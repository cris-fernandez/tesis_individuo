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7" r:id="rId2"/>
    <p:sldId id="341" r:id="rId3"/>
    <p:sldId id="454" r:id="rId4"/>
    <p:sldId id="455" r:id="rId5"/>
    <p:sldId id="304" r:id="rId6"/>
    <p:sldId id="302" r:id="rId7"/>
    <p:sldId id="447" r:id="rId8"/>
    <p:sldId id="449" r:id="rId9"/>
    <p:sldId id="451" r:id="rId10"/>
    <p:sldId id="335" r:id="rId11"/>
    <p:sldId id="342" r:id="rId12"/>
    <p:sldId id="337" r:id="rId13"/>
    <p:sldId id="282" r:id="rId14"/>
    <p:sldId id="404" r:id="rId15"/>
    <p:sldId id="405" r:id="rId16"/>
    <p:sldId id="406" r:id="rId17"/>
    <p:sldId id="436" r:id="rId18"/>
    <p:sldId id="407" r:id="rId19"/>
    <p:sldId id="408" r:id="rId20"/>
    <p:sldId id="409" r:id="rId21"/>
    <p:sldId id="411" r:id="rId22"/>
    <p:sldId id="438" r:id="rId23"/>
    <p:sldId id="433" r:id="rId24"/>
    <p:sldId id="435" r:id="rId25"/>
    <p:sldId id="413" r:id="rId26"/>
    <p:sldId id="440" r:id="rId27"/>
    <p:sldId id="439" r:id="rId28"/>
    <p:sldId id="441" r:id="rId29"/>
    <p:sldId id="442" r:id="rId30"/>
    <p:sldId id="443" r:id="rId31"/>
    <p:sldId id="445" r:id="rId32"/>
    <p:sldId id="444" r:id="rId33"/>
    <p:sldId id="446" r:id="rId34"/>
    <p:sldId id="452" r:id="rId35"/>
    <p:sldId id="453" r:id="rId36"/>
    <p:sldId id="424" r:id="rId3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2F5597"/>
    <a:srgbClr val="DB5E01"/>
    <a:srgbClr val="37AD88"/>
    <a:srgbClr val="716CB1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014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382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2B03-2D87-BFD5-12BB-2CA0A046B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213595-164E-8B22-541F-85FEBB999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D0C6D16-5B77-6A1C-D77D-5913A1CC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E450B3-033B-DAC8-CAA9-4231DC16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9976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9A6A2-6A33-A63B-9846-CCDA3819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FD10E6-6F4C-A08B-C24C-344D1732F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F6D337-312F-3DD1-4FB3-114837F08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FE2C0F-021A-57B9-D50F-8F607896D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3049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EF00-6B82-8F5A-C945-A09E5C5F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148436-55A8-DDB5-3509-2F79579B6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A29234-E70F-FE86-0886-BCD5229F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4EF42A-E447-B9D4-722A-F0E5E2C7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487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359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4293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0781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053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7154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Relationship Id="rId9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tiff"/><Relationship Id="rId4" Type="http://schemas.openxmlformats.org/officeDocument/2006/relationships/image" Target="../media/image27.tif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image" Target="../media/image29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4DAC287C-0FEA-0EF9-051A-D655663F6383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AC8CE9B3-6BE5-C3AD-2784-5A9F1D24CE9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CD4817E-201B-CE1E-1A61-C20081BD956F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9274-CBE0-DECC-FA46-30DB84BB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C644016-CEE2-DABD-FC24-EA11B980B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BEF6E13C-FFE8-0271-2352-57897410BAA7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83070811-EAFA-2EAA-5615-F249E62B28B4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81B7B8C-DB6D-8CD0-CDC7-192FFAF25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FD1A1119-9468-4967-5EF8-11CCDE8C1400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A82BD7FC-07E0-296F-C08F-86CF7DE04333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BA91A67-4474-FE28-778E-ABCDD458503F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1AF615-C739-F6DE-958A-120B7EB7C4D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4614286-7057-553A-2372-1BD6E528162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140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Stomatal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closure</a:t>
            </a:r>
            <a:endParaRPr lang="es-ES" sz="240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Growth</a:t>
            </a:r>
            <a:endParaRPr lang="es-ES" sz="240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Photosynthetic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rates</a:t>
            </a:r>
            <a:endParaRPr lang="es-ES" sz="240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↓ 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7384A7C-B566-4B0E-8694-CA63628DC54C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ECC5ED7B-7DFC-1EAA-9BA5-56D9697E7B7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C2886C7B-FC26-0518-EFEB-6CF99FF7E650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0321-10CC-3755-288D-DB11919B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4375324-CAE8-7C5C-1191-4D00AF76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77DDF-6E5B-743A-993E-A0B4E33601F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6B8D2E9-3CB3-7E27-96D8-15723DF05B8B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E03EEE0-A244-B2B4-36B1-6C27FF8A835D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178B487-DF4D-2625-EBC7-8F7EAFFA1862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69C73F29-16B2-F5FB-45B7-526BF92C49E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6EA7AB93-34B9-651E-EA12-4B8DCA9E2329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A2083-C79E-0F73-F069-CF2DD442ECC3}"/>
              </a:ext>
            </a:extLst>
          </p:cNvPr>
          <p:cNvSpPr txBox="1">
            <a:spLocks/>
          </p:cNvSpPr>
          <p:nvPr/>
        </p:nvSpPr>
        <p:spPr>
          <a:xfrm>
            <a:off x="8374268" y="1998234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9F4BDC3-A339-B5B9-B591-9C94CFAA95A5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0653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0316-C03C-4510-74C3-02AEE8C3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D1A503-27DE-1148-8248-4A3D0B1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0D2CE-3578-6585-19D0-6457C0E7FDA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91F7324-8C1F-E194-44E1-E84BC0386F74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B005ED0-C625-3C42-CECE-7C91C0882B61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B28DFEF1-29B4-A1BA-82C0-5AC2811B3E25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D7500AF7-FBA3-3FC5-E9B9-776DD3A3110E}"/>
              </a:ext>
            </a:extLst>
          </p:cNvPr>
          <p:cNvSpPr txBox="1">
            <a:spLocks/>
          </p:cNvSpPr>
          <p:nvPr/>
        </p:nvSpPr>
        <p:spPr>
          <a:xfrm>
            <a:off x="8338458" y="4222068"/>
            <a:ext cx="3750906" cy="15224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CF581EA6-D117-043D-28FB-CFF33D6AD5D9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3ADCE23-DD4D-5D66-E2A4-4B45EC94B998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66E13-317E-46DE-D20A-125E1EFB5239}"/>
              </a:ext>
            </a:extLst>
          </p:cNvPr>
          <p:cNvSpPr txBox="1">
            <a:spLocks/>
          </p:cNvSpPr>
          <p:nvPr/>
        </p:nvSpPr>
        <p:spPr>
          <a:xfrm>
            <a:off x="8374268" y="1998234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1F2BDD0-CDF4-C8DF-F680-5EFBD7753768}"/>
              </a:ext>
            </a:extLst>
          </p:cNvPr>
          <p:cNvSpPr/>
          <p:nvPr/>
        </p:nvSpPr>
        <p:spPr>
          <a:xfrm>
            <a:off x="3680928" y="4267887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A754A23-960C-9D67-3655-4E656C477597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E201F6-5D01-72E5-9A35-976226FBAFE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53543" y="4983270"/>
            <a:ext cx="448491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522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53CA13-1B33-9875-B0D0-8E108C0BC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3"/>
          <a:stretch>
            <a:fillRect/>
          </a:stretch>
        </p:blipFill>
        <p:spPr>
          <a:xfrm>
            <a:off x="6298701" y="804155"/>
            <a:ext cx="3927649" cy="600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  <p:pic>
        <p:nvPicPr>
          <p:cNvPr id="2" name="Gráfico 12" descr="Abeto">
            <a:extLst>
              <a:ext uri="{FF2B5EF4-FFF2-40B4-BE49-F238E27FC236}">
                <a16:creationId xmlns:a16="http://schemas.microsoft.com/office/drawing/2014/main" id="{086A0B0A-CC3E-9C9E-D499-CA5430806A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7817" y="3487877"/>
            <a:ext cx="804155" cy="804155"/>
          </a:xfrm>
          <a:prstGeom prst="rect">
            <a:avLst/>
          </a:prstGeom>
        </p:spPr>
      </p:pic>
      <p:pic>
        <p:nvPicPr>
          <p:cNvPr id="3" name="Gráfico 13" descr="Abeto">
            <a:extLst>
              <a:ext uri="{FF2B5EF4-FFF2-40B4-BE49-F238E27FC236}">
                <a16:creationId xmlns:a16="http://schemas.microsoft.com/office/drawing/2014/main" id="{B1A5B571-0C27-227D-2F8B-89C703D1B5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76783" y="3483901"/>
            <a:ext cx="804155" cy="804155"/>
          </a:xfrm>
          <a:prstGeom prst="rect">
            <a:avLst/>
          </a:prstGeom>
        </p:spPr>
      </p:pic>
      <p:pic>
        <p:nvPicPr>
          <p:cNvPr id="4" name="Gráfico 14" descr="Abeto">
            <a:extLst>
              <a:ext uri="{FF2B5EF4-FFF2-40B4-BE49-F238E27FC236}">
                <a16:creationId xmlns:a16="http://schemas.microsoft.com/office/drawing/2014/main" id="{95250F98-2D25-EAE3-DA73-C5BC9DDA5A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9476" y="3529984"/>
            <a:ext cx="804155" cy="804155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EECFDCD7-B846-D8CA-B515-8C4004F5C1D0}"/>
              </a:ext>
            </a:extLst>
          </p:cNvPr>
          <p:cNvSpPr txBox="1">
            <a:spLocks/>
          </p:cNvSpPr>
          <p:nvPr/>
        </p:nvSpPr>
        <p:spPr>
          <a:xfrm>
            <a:off x="3463239" y="3729856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3B70920-DABA-893B-9420-D9E0C3660D4A}"/>
              </a:ext>
            </a:extLst>
          </p:cNvPr>
          <p:cNvSpPr txBox="1">
            <a:spLocks/>
          </p:cNvSpPr>
          <p:nvPr/>
        </p:nvSpPr>
        <p:spPr>
          <a:xfrm>
            <a:off x="5480938" y="3711757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C6E80E82-4E52-7C5D-25DF-FA0EF2BD7B91}"/>
              </a:ext>
            </a:extLst>
          </p:cNvPr>
          <p:cNvSpPr txBox="1">
            <a:spLocks/>
          </p:cNvSpPr>
          <p:nvPr/>
        </p:nvSpPr>
        <p:spPr>
          <a:xfrm>
            <a:off x="7923631" y="3688287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12" name="Grupo 2">
            <a:extLst>
              <a:ext uri="{FF2B5EF4-FFF2-40B4-BE49-F238E27FC236}">
                <a16:creationId xmlns:a16="http://schemas.microsoft.com/office/drawing/2014/main" id="{3F7D2C09-0CBF-94D0-4D90-AB92B8E47951}"/>
              </a:ext>
            </a:extLst>
          </p:cNvPr>
          <p:cNvGrpSpPr/>
          <p:nvPr/>
        </p:nvGrpSpPr>
        <p:grpSpPr>
          <a:xfrm>
            <a:off x="4445877" y="4813800"/>
            <a:ext cx="3477754" cy="1250117"/>
            <a:chOff x="1139560" y="5095351"/>
            <a:chExt cx="3477754" cy="1250117"/>
          </a:xfrm>
        </p:grpSpPr>
        <p:pic>
          <p:nvPicPr>
            <p:cNvPr id="13" name="Imagen 4">
              <a:extLst>
                <a:ext uri="{FF2B5EF4-FFF2-40B4-BE49-F238E27FC236}">
                  <a16:creationId xmlns:a16="http://schemas.microsoft.com/office/drawing/2014/main" id="{29C2E91F-7D72-F55F-9A4E-010E1089C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4" name="CuadroTexto 5">
              <a:extLst>
                <a:ext uri="{FF2B5EF4-FFF2-40B4-BE49-F238E27FC236}">
                  <a16:creationId xmlns:a16="http://schemas.microsoft.com/office/drawing/2014/main" id="{CC382575-6DB6-592D-72EC-182309FE4FE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5" name="CuadroTexto 6">
              <a:extLst>
                <a:ext uri="{FF2B5EF4-FFF2-40B4-BE49-F238E27FC236}">
                  <a16:creationId xmlns:a16="http://schemas.microsoft.com/office/drawing/2014/main" id="{15022179-DB6F-F982-9F7D-2DA176EC9936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AEC9-25F7-6CA6-B62B-65068878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91A0F01-5553-6814-163F-B61A923618B6}"/>
              </a:ext>
            </a:extLst>
          </p:cNvPr>
          <p:cNvSpPr txBox="1">
            <a:spLocks/>
          </p:cNvSpPr>
          <p:nvPr/>
        </p:nvSpPr>
        <p:spPr>
          <a:xfrm>
            <a:off x="633461" y="1094519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4AD306-A763-7927-32AA-9A5AC78B6A4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FCF49EB-BE30-FEA2-5296-D1034820F18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87B079E-C0DD-6FF2-8D4E-355AE383674E}"/>
              </a:ext>
            </a:extLst>
          </p:cNvPr>
          <p:cNvSpPr txBox="1">
            <a:spLocks/>
          </p:cNvSpPr>
          <p:nvPr/>
        </p:nvSpPr>
        <p:spPr>
          <a:xfrm>
            <a:off x="633460" y="309533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06A869-4518-F769-1C64-D6AC6A987CEE}"/>
              </a:ext>
            </a:extLst>
          </p:cNvPr>
          <p:cNvSpPr txBox="1">
            <a:spLocks/>
          </p:cNvSpPr>
          <p:nvPr/>
        </p:nvSpPr>
        <p:spPr>
          <a:xfrm>
            <a:off x="633460" y="4908807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C6074D58-950B-1ED2-E4B4-254E9D56E635}"/>
              </a:ext>
            </a:extLst>
          </p:cNvPr>
          <p:cNvSpPr txBox="1">
            <a:spLocks/>
          </p:cNvSpPr>
          <p:nvPr/>
        </p:nvSpPr>
        <p:spPr>
          <a:xfrm>
            <a:off x="3444180" y="2360617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</a:rPr>
              <a:t>Fig. 2.: </a:t>
            </a:r>
            <a:r>
              <a:rPr lang="es-ES" sz="2400" b="1" dirty="0" err="1">
                <a:latin typeface="Helvetica"/>
                <a:cs typeface="Helvetica"/>
              </a:rPr>
              <a:t>boxplot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EA7464B-BD92-F073-50FA-F4E0C1454262}"/>
              </a:ext>
            </a:extLst>
          </p:cNvPr>
          <p:cNvSpPr txBox="1">
            <a:spLocks/>
          </p:cNvSpPr>
          <p:nvPr/>
        </p:nvSpPr>
        <p:spPr>
          <a:xfrm>
            <a:off x="3444180" y="4079618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</a:rPr>
              <a:t>Fig. 3.: </a:t>
            </a:r>
            <a:r>
              <a:rPr lang="es-ES" sz="2400" b="1" dirty="0" err="1">
                <a:latin typeface="Helvetica"/>
                <a:cs typeface="Helvetica"/>
              </a:rPr>
              <a:t>boxplot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D55FCC87-AB75-D1D0-0497-DE66F63E5567}"/>
              </a:ext>
            </a:extLst>
          </p:cNvPr>
          <p:cNvSpPr txBox="1">
            <a:spLocks/>
          </p:cNvSpPr>
          <p:nvPr/>
        </p:nvSpPr>
        <p:spPr>
          <a:xfrm>
            <a:off x="3444180" y="603746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Fig. 4.: </a:t>
            </a:r>
            <a:r>
              <a:rPr lang="es-ES" sz="2400" b="1" dirty="0" err="1">
                <a:latin typeface="Helvetica"/>
                <a:cs typeface="Helvetica"/>
              </a:rPr>
              <a:t>Model</a:t>
            </a:r>
            <a:r>
              <a:rPr lang="es-ES" sz="2400" b="1" dirty="0">
                <a:latin typeface="Helvetica"/>
                <a:cs typeface="Helvetica"/>
              </a:rPr>
              <a:t> (SEM)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05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782669"/>
            <a:ext cx="5476674" cy="36933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1035246" y="4186667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9FEC5B-FC9A-97D4-96C1-0E8B48AA4E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442" y="881328"/>
            <a:ext cx="5830078" cy="583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4CF8C-B78D-231D-96CD-84299F8E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8C86AFB-5A31-0548-A7BF-4522227B5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A80D1A-AAA1-9067-BAA3-904FC9079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4C8FD13-D5F2-3BC9-471D-344B12D11E52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97B54E9-D2A7-E17E-D670-74C13E2E98FE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5849058-E641-7D0E-7B91-C1309D67D6B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95B4F4-2BB1-A838-4E3A-0210AA9FE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922" y="880376"/>
            <a:ext cx="5830078" cy="5830078"/>
          </a:xfrm>
          <a:prstGeom prst="rect">
            <a:avLst/>
          </a:prstGeom>
        </p:spPr>
      </p:pic>
      <p:sp>
        <p:nvSpPr>
          <p:cNvPr id="6" name="Signo de multiplicación 18">
            <a:extLst>
              <a:ext uri="{FF2B5EF4-FFF2-40B4-BE49-F238E27FC236}">
                <a16:creationId xmlns:a16="http://schemas.microsoft.com/office/drawing/2014/main" id="{FD0DDD92-9A97-9C94-090F-A2D421F5BB1B}"/>
              </a:ext>
            </a:extLst>
          </p:cNvPr>
          <p:cNvSpPr/>
          <p:nvPr/>
        </p:nvSpPr>
        <p:spPr>
          <a:xfrm>
            <a:off x="8119493" y="317714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Signo de multiplicación 18">
            <a:extLst>
              <a:ext uri="{FF2B5EF4-FFF2-40B4-BE49-F238E27FC236}">
                <a16:creationId xmlns:a16="http://schemas.microsoft.com/office/drawing/2014/main" id="{64BA6DAC-CB59-5B8F-70AA-D850C299EE4A}"/>
              </a:ext>
            </a:extLst>
          </p:cNvPr>
          <p:cNvSpPr/>
          <p:nvPr/>
        </p:nvSpPr>
        <p:spPr>
          <a:xfrm>
            <a:off x="9125333" y="317714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Signo de multiplicación 18">
            <a:extLst>
              <a:ext uri="{FF2B5EF4-FFF2-40B4-BE49-F238E27FC236}">
                <a16:creationId xmlns:a16="http://schemas.microsoft.com/office/drawing/2014/main" id="{A4E293C3-0650-D929-8CE9-C2A77A0C8057}"/>
              </a:ext>
            </a:extLst>
          </p:cNvPr>
          <p:cNvSpPr/>
          <p:nvPr/>
        </p:nvSpPr>
        <p:spPr>
          <a:xfrm>
            <a:off x="6315077" y="427442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gno de multiplicación 18">
            <a:extLst>
              <a:ext uri="{FF2B5EF4-FFF2-40B4-BE49-F238E27FC236}">
                <a16:creationId xmlns:a16="http://schemas.microsoft.com/office/drawing/2014/main" id="{04BF355A-B55F-25FA-7146-724A3CFEE8C6}"/>
              </a:ext>
            </a:extLst>
          </p:cNvPr>
          <p:cNvSpPr/>
          <p:nvPr/>
        </p:nvSpPr>
        <p:spPr>
          <a:xfrm>
            <a:off x="8168261" y="54523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Signo de multiplicación 18">
            <a:extLst>
              <a:ext uri="{FF2B5EF4-FFF2-40B4-BE49-F238E27FC236}">
                <a16:creationId xmlns:a16="http://schemas.microsoft.com/office/drawing/2014/main" id="{FEB3E85B-3D1E-BB14-C4FB-483AA9808E4F}"/>
              </a:ext>
            </a:extLst>
          </p:cNvPr>
          <p:cNvSpPr/>
          <p:nvPr/>
        </p:nvSpPr>
        <p:spPr>
          <a:xfrm>
            <a:off x="9125333" y="54523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Signo de multiplicación 18">
            <a:extLst>
              <a:ext uri="{FF2B5EF4-FFF2-40B4-BE49-F238E27FC236}">
                <a16:creationId xmlns:a16="http://schemas.microsoft.com/office/drawing/2014/main" id="{583A6395-3C90-84B1-C954-04FE876FF314}"/>
              </a:ext>
            </a:extLst>
          </p:cNvPr>
          <p:cNvSpPr/>
          <p:nvPr/>
        </p:nvSpPr>
        <p:spPr>
          <a:xfrm>
            <a:off x="9125333" y="8150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Signo de multiplicación 18">
            <a:extLst>
              <a:ext uri="{FF2B5EF4-FFF2-40B4-BE49-F238E27FC236}">
                <a16:creationId xmlns:a16="http://schemas.microsoft.com/office/drawing/2014/main" id="{74A7E60C-AEC5-D173-FA74-8AF8FA660A68}"/>
              </a:ext>
            </a:extLst>
          </p:cNvPr>
          <p:cNvSpPr/>
          <p:nvPr/>
        </p:nvSpPr>
        <p:spPr>
          <a:xfrm>
            <a:off x="10034083" y="8150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Signo de multiplicación 18">
            <a:extLst>
              <a:ext uri="{FF2B5EF4-FFF2-40B4-BE49-F238E27FC236}">
                <a16:creationId xmlns:a16="http://schemas.microsoft.com/office/drawing/2014/main" id="{8A15AAF3-4D9C-16BD-52E7-4F9DBBDF8510}"/>
              </a:ext>
            </a:extLst>
          </p:cNvPr>
          <p:cNvSpPr/>
          <p:nvPr/>
        </p:nvSpPr>
        <p:spPr>
          <a:xfrm>
            <a:off x="7216134" y="2010030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EDB6010A-EE8A-6F19-2539-E34784A207E3}"/>
              </a:ext>
            </a:extLst>
          </p:cNvPr>
          <p:cNvSpPr/>
          <p:nvPr/>
        </p:nvSpPr>
        <p:spPr>
          <a:xfrm>
            <a:off x="8168261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0" name="Signo de multiplicación 18">
            <a:extLst>
              <a:ext uri="{FF2B5EF4-FFF2-40B4-BE49-F238E27FC236}">
                <a16:creationId xmlns:a16="http://schemas.microsoft.com/office/drawing/2014/main" id="{0D62B2EF-6C4B-8581-94D2-7536048DEEA2}"/>
              </a:ext>
            </a:extLst>
          </p:cNvPr>
          <p:cNvSpPr/>
          <p:nvPr/>
        </p:nvSpPr>
        <p:spPr>
          <a:xfrm>
            <a:off x="9119942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1" name="Signo de multiplicación 18">
            <a:extLst>
              <a:ext uri="{FF2B5EF4-FFF2-40B4-BE49-F238E27FC236}">
                <a16:creationId xmlns:a16="http://schemas.microsoft.com/office/drawing/2014/main" id="{F83D99C9-A044-9EED-9C97-A1A2CD1E1E68}"/>
              </a:ext>
            </a:extLst>
          </p:cNvPr>
          <p:cNvSpPr/>
          <p:nvPr/>
        </p:nvSpPr>
        <p:spPr>
          <a:xfrm>
            <a:off x="10956023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2" name="CuadroTexto 10">
            <a:extLst>
              <a:ext uri="{FF2B5EF4-FFF2-40B4-BE49-F238E27FC236}">
                <a16:creationId xmlns:a16="http://schemas.microsoft.com/office/drawing/2014/main" id="{BB45E6B0-7FBB-5B07-E314-C7AA71C42503}"/>
              </a:ext>
            </a:extLst>
          </p:cNvPr>
          <p:cNvSpPr txBox="1"/>
          <p:nvPr/>
        </p:nvSpPr>
        <p:spPr>
          <a:xfrm>
            <a:off x="78510" y="2688585"/>
            <a:ext cx="60174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">
            <a:extLst>
              <a:ext uri="{FF2B5EF4-FFF2-40B4-BE49-F238E27FC236}">
                <a16:creationId xmlns:a16="http://schemas.microsoft.com/office/drawing/2014/main" id="{82080FC7-FEB7-7072-300F-B8E5887181A2}"/>
              </a:ext>
            </a:extLst>
          </p:cNvPr>
          <p:cNvSpPr txBox="1"/>
          <p:nvPr/>
        </p:nvSpPr>
        <p:spPr>
          <a:xfrm>
            <a:off x="619326" y="3571133"/>
            <a:ext cx="5476674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C:N ratio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2017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2022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Total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a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b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3891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/>
        </p:nvGraphicFramePr>
        <p:xfrm>
          <a:off x="6014470" y="2123593"/>
          <a:ext cx="5993138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D9C5BA97-A416-26E3-BF3B-685CF6F61071}"/>
              </a:ext>
            </a:extLst>
          </p:cNvPr>
          <p:cNvSpPr txBox="1"/>
          <p:nvPr/>
        </p:nvSpPr>
        <p:spPr>
          <a:xfrm>
            <a:off x="591782" y="1071458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4760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6F34E1AE-803B-C5A1-E976-3AFFFAE23CBF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/>
        </p:nvGraphicFramePr>
        <p:xfrm>
          <a:off x="6014470" y="2123593"/>
          <a:ext cx="5993138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920F44-C880-481B-A69F-A476CC4D5A15}"/>
              </a:ext>
            </a:extLst>
          </p:cNvPr>
          <p:cNvGrpSpPr/>
          <p:nvPr/>
        </p:nvGrpSpPr>
        <p:grpSpPr>
          <a:xfrm>
            <a:off x="7010013" y="5946719"/>
            <a:ext cx="3681971" cy="718241"/>
            <a:chOff x="666509" y="1077306"/>
            <a:chExt cx="4015081" cy="941289"/>
          </a:xfrm>
        </p:grpSpPr>
        <p:pic>
          <p:nvPicPr>
            <p:cNvPr id="23" name="Imagen 11">
              <a:extLst>
                <a:ext uri="{FF2B5EF4-FFF2-40B4-BE49-F238E27FC236}">
                  <a16:creationId xmlns:a16="http://schemas.microsoft.com/office/drawing/2014/main" id="{8DFE204E-393D-C973-17BB-441E1B97F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6597"/>
            <a:stretch>
              <a:fillRect/>
            </a:stretch>
          </p:blipFill>
          <p:spPr>
            <a:xfrm>
              <a:off x="666509" y="1077306"/>
              <a:ext cx="4015081" cy="538132"/>
            </a:xfrm>
            <a:prstGeom prst="rect">
              <a:avLst/>
            </a:prstGeom>
          </p:spPr>
        </p:pic>
        <p:pic>
          <p:nvPicPr>
            <p:cNvPr id="24" name="Imagen 11">
              <a:extLst>
                <a:ext uri="{FF2B5EF4-FFF2-40B4-BE49-F238E27FC236}">
                  <a16:creationId xmlns:a16="http://schemas.microsoft.com/office/drawing/2014/main" id="{FF2E1331-3C04-61F2-8A8A-B85B291C0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154" b="-196"/>
            <a:stretch>
              <a:fillRect/>
            </a:stretch>
          </p:blipFill>
          <p:spPr>
            <a:xfrm>
              <a:off x="666509" y="1615438"/>
              <a:ext cx="4015081" cy="403157"/>
            </a:xfrm>
            <a:prstGeom prst="rect">
              <a:avLst/>
            </a:prstGeom>
          </p:spPr>
        </p:pic>
      </p:grpSp>
      <p:sp>
        <p:nvSpPr>
          <p:cNvPr id="5" name="TextBox 2">
            <a:extLst>
              <a:ext uri="{FF2B5EF4-FFF2-40B4-BE49-F238E27FC236}">
                <a16:creationId xmlns:a16="http://schemas.microsoft.com/office/drawing/2014/main" id="{0B010C8C-48FE-E392-FAE1-3038CCD2E476}"/>
              </a:ext>
            </a:extLst>
          </p:cNvPr>
          <p:cNvSpPr txBox="1"/>
          <p:nvPr/>
        </p:nvSpPr>
        <p:spPr>
          <a:xfrm>
            <a:off x="591782" y="1071458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Responses</a:t>
            </a:r>
          </a:p>
        </p:txBody>
      </p:sp>
    </p:spTree>
    <p:extLst>
      <p:ext uri="{BB962C8B-B14F-4D97-AF65-F5344CB8AC3E}">
        <p14:creationId xmlns:p14="http://schemas.microsoft.com/office/powerpoint/2010/main" val="2127023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053365E-9384-207C-CA11-0DA16A9643C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through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assessment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morphological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>
                <a:latin typeface="Helvetica"/>
                <a:cs typeface="Helvetica"/>
              </a:rPr>
              <a:t>and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responses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drought-induced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areas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FC5259-19F1-8B9A-8952-0B7E5A0C8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170" y="1937477"/>
            <a:ext cx="8073659" cy="4843785"/>
          </a:xfrm>
          <a:prstGeom prst="rect">
            <a:avLst/>
          </a:prstGeom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1178791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1111-3078-71EB-28A8-5CE6644CC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640C62E-8FAB-4A23-2615-4FC1C08FD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3E4060-9872-9011-EDB3-1C3E8348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551C4C2-A7EF-9CDC-DCF7-D6FB92136F5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C8B2814-13A2-2BAB-4745-388233A4A077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through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assessment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morphological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>
                <a:latin typeface="Helvetica"/>
                <a:cs typeface="Helvetica"/>
              </a:rPr>
              <a:t>and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responses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drought-induced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areas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FC5AB2-072F-4928-86CD-9B4BA9A15C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81" y="2188951"/>
            <a:ext cx="6701943" cy="4020825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7142480" y="2008592"/>
            <a:ext cx="449733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638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CA143-20D2-E768-36E9-2DD9E0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548A82-8968-BB67-1E07-B3C74ECFC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46EDC4F-2A04-07B5-E13A-57247B3FF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10E6B08-1667-A5A0-B16A-6DF289832C0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9E2B8CE4-80DF-A8F8-F03C-D50CE3F75BB4}"/>
              </a:ext>
            </a:extLst>
          </p:cNvPr>
          <p:cNvSpPr txBox="1">
            <a:spLocks/>
          </p:cNvSpPr>
          <p:nvPr/>
        </p:nvSpPr>
        <p:spPr>
          <a:xfrm>
            <a:off x="1178791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70F408D-A3A0-B045-A3C2-09168C44B22E}"/>
              </a:ext>
            </a:extLst>
          </p:cNvPr>
          <p:cNvSpPr txBox="1">
            <a:spLocks/>
          </p:cNvSpPr>
          <p:nvPr/>
        </p:nvSpPr>
        <p:spPr>
          <a:xfrm>
            <a:off x="633460" y="1130598"/>
            <a:ext cx="10925077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r>
              <a:rPr lang="es-ES" sz="1800" b="1" dirty="0">
                <a:latin typeface="Helvetica"/>
                <a:cs typeface="Helvetica"/>
              </a:rPr>
              <a:t>, </a:t>
            </a:r>
            <a:r>
              <a:rPr lang="es-ES" sz="1800" dirty="0">
                <a:latin typeface="Helvetica"/>
                <a:cs typeface="Helvetica"/>
              </a:rPr>
              <a:t>and </a:t>
            </a:r>
            <a:r>
              <a:rPr lang="es-ES" sz="1800" b="1" dirty="0" err="1">
                <a:latin typeface="Helvetica"/>
                <a:cs typeface="Helvetica"/>
              </a:rPr>
              <a:t>what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are more </a:t>
            </a:r>
            <a:r>
              <a:rPr lang="es-ES" sz="1800" b="1" dirty="0" err="1">
                <a:latin typeface="Helvetica"/>
                <a:cs typeface="Helvetica"/>
              </a:rPr>
              <a:t>affected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57CC55-7951-A6C0-5B91-FEB6BEBBC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170" y="1937476"/>
            <a:ext cx="8073659" cy="484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908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5F5F-8D62-C5FA-B53C-C8888E14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860345-C2F9-9510-85FB-037DEC4C8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B0C2D-7A66-67E6-06C9-786658FE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53CF077-E3D8-34D6-996D-5F36033DC22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7142480" y="2008592"/>
            <a:ext cx="4497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ratio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oxidative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allocation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impaired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64A79725-87C0-0B66-7DD1-2700A4D481FA}"/>
              </a:ext>
            </a:extLst>
          </p:cNvPr>
          <p:cNvSpPr txBox="1">
            <a:spLocks/>
          </p:cNvSpPr>
          <p:nvPr/>
        </p:nvSpPr>
        <p:spPr>
          <a:xfrm>
            <a:off x="633460" y="1130598"/>
            <a:ext cx="10925077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r>
              <a:rPr lang="es-ES" sz="1800" b="1" dirty="0">
                <a:latin typeface="Helvetica"/>
                <a:cs typeface="Helvetica"/>
              </a:rPr>
              <a:t>, </a:t>
            </a:r>
            <a:r>
              <a:rPr lang="es-ES" sz="1800" dirty="0">
                <a:latin typeface="Helvetica"/>
                <a:cs typeface="Helvetica"/>
              </a:rPr>
              <a:t>and </a:t>
            </a:r>
            <a:r>
              <a:rPr lang="es-ES" sz="1800" b="1" dirty="0" err="1">
                <a:latin typeface="Helvetica"/>
                <a:cs typeface="Helvetica"/>
              </a:rPr>
              <a:t>what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are more </a:t>
            </a:r>
            <a:r>
              <a:rPr lang="es-ES" sz="1800" b="1" dirty="0" err="1">
                <a:latin typeface="Helvetica"/>
                <a:cs typeface="Helvetica"/>
              </a:rPr>
              <a:t>affected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F59A34-E94A-C09D-B652-30329FF0C4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81" y="2188951"/>
            <a:ext cx="6701943" cy="402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583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50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24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089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39662692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776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3879</TotalTime>
  <Words>2327</Words>
  <Application>Microsoft Office PowerPoint</Application>
  <PresentationFormat>Widescreen</PresentationFormat>
  <Paragraphs>527</Paragraphs>
  <Slides>36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Drought-induced tree mortality</vt:lpstr>
      <vt:lpstr>PowerPoint Presentation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41</cp:revision>
  <dcterms:created xsi:type="dcterms:W3CDTF">2025-04-25T13:52:31Z</dcterms:created>
  <dcterms:modified xsi:type="dcterms:W3CDTF">2025-07-14T16:12:49Z</dcterms:modified>
</cp:coreProperties>
</file>