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334" r:id="rId3"/>
    <p:sldId id="325" r:id="rId4"/>
    <p:sldId id="319" r:id="rId5"/>
    <p:sldId id="335" r:id="rId6"/>
    <p:sldId id="323" r:id="rId7"/>
    <p:sldId id="322" r:id="rId8"/>
    <p:sldId id="321" r:id="rId9"/>
    <p:sldId id="328" r:id="rId10"/>
    <p:sldId id="324" r:id="rId11"/>
    <p:sldId id="329" r:id="rId12"/>
    <p:sldId id="330" r:id="rId13"/>
    <p:sldId id="331" r:id="rId14"/>
    <p:sldId id="336" r:id="rId15"/>
    <p:sldId id="340" r:id="rId16"/>
    <p:sldId id="332" r:id="rId17"/>
    <p:sldId id="337" r:id="rId18"/>
    <p:sldId id="338" r:id="rId19"/>
    <p:sldId id="339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58" y="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C1A3E-80CD-41EE-BB5D-069A923DF667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AB288-16C4-44C4-BCD7-359892CDC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73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AB288-16C4-44C4-BCD7-359892CDC4B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52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4404-5AF8-909D-4A60-D8D43F32E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C3CCB-A275-2F05-AA92-B09E56769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C388-2CFC-1DA5-A3F1-ECE8551B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C788C-F3E5-BAEF-8901-F3CE28C1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4BFC7-2EED-2C9E-88D1-918BECBF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33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C8D9C-6547-35B7-C4F8-77D424E0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E1200-4414-00C9-3B96-CC5FCD29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BFF56-75CE-3076-072C-99B1AE67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B756A-EA79-CF58-650F-58EE6A47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6BAF-710C-2FFC-DFE3-E10C07CB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8194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6716-66A4-324D-4739-CA99E602C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76EAD-6529-63A3-FF0C-5D07B2EB1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8401C-7454-9AED-7E2B-7D6C6E149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9F183-F87B-7A33-2D8D-1BC38321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26A9C-0A5A-9991-E8D5-714937BF0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660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1661-6CB8-A363-CEBC-EC1E3EDD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26E00-E220-0C79-5B4E-68BB80604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92107-5614-1B39-6D11-71D768EEB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78961-5212-704D-3E02-105F57C0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79C95-AC54-F198-13FA-383A3B15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0A3D8-AD94-8049-B649-229F995F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526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495A-99BD-BD0F-1328-7996482E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D0863-99BB-BB7A-28FF-42BF64BE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CC562-2575-6760-4CCB-4DB7ACB1D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587B5-F360-B14E-A78D-4AF446041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511087-3DCC-848F-5880-746ECA2F4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D5D7A3-DFDB-C8EB-3216-F1D207BCB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3687A-85D7-210A-C654-F27656020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81733-316F-8958-6362-32E99166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567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AE9C-99E5-1D44-4EDF-756CA4641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AD7EB-34BA-ACD6-C256-AA06659B0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C1C55B-F233-9328-0D95-E54F5DFA8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9C3CE-10BB-B1A3-8057-E107C7A1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8458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6EFEB-DB71-8CA4-6EC1-5D3411FB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05E2CA-48A1-BB55-DF4E-57013E7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67D7-0E83-40D0-FB8C-984D2B18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01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2C70-6B56-5030-BCFE-9F3EF4AE7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23498-D095-F3E5-A770-F5E1DEB80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B8F00-EA2D-21D9-5D7A-2495FDF11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FC4D9-8F41-2A3A-7640-F824ED58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08C22-D9B2-DB2E-22FB-799009C7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91C5-951A-4C5A-821E-EAAEA271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58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2AE1-3745-5FED-DE58-F0B99C17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E117A1-9CBB-E481-9DF5-1185E3419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A9262-E352-C1CA-09EF-183755321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014F9-CB8A-370A-798C-AB4B6BDC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97DA3-9746-9A17-C984-ECD3D751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0948-C0DF-5DE1-21F0-9223947D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891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ECB9-24A3-C1C8-2B5A-B362D953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81FCF-D878-1781-EC28-36D6CB86D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265D8-FC81-55C3-93DD-110EE775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D0910-A6E8-1954-D77D-E1180FC4B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9A18-281B-801F-B690-FF89949D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444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5DF7A-E3D0-D8F8-8851-30DE6F1E9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AF6CE-8012-A529-91B2-1302FEFDC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F9BE4-C872-A764-7D84-88AB9851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31918-E462-6254-B5D4-BC11EF6D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BABA-B401-5CBA-EB8D-B3410A55C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780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7C5A0-47E4-A2DF-2582-A2061D0AE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07C39-CDC4-6E2E-47A3-3E8993EA7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F921-6C7E-71F2-5F53-5B955904B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477D-296D-466D-AD42-02A99E8DD65A}" type="datetimeFigureOut">
              <a:rPr lang="es-ES" smtClean="0"/>
              <a:t>26/01/2026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5FEA-028E-0E1E-1A43-FD08AE585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1527A-45B0-4AC5-FFA1-390AD25ED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4DF02-7C9B-47AE-9961-A6A732DD666B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52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2CA16-5E24-A94E-35AD-9EC734D0C2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SEM RESULTS 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3AD4E-D749-BEBB-69B4-C8C8600125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26/01/2026</a:t>
            </a:r>
          </a:p>
        </p:txBody>
      </p:sp>
    </p:spTree>
    <p:extLst>
      <p:ext uri="{BB962C8B-B14F-4D97-AF65-F5344CB8AC3E}">
        <p14:creationId xmlns:p14="http://schemas.microsoft.com/office/powerpoint/2010/main" val="164822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855D-EDB3-3C96-87A4-86764CB0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85E887A-996F-02BF-A226-414B7B677BDC}"/>
              </a:ext>
            </a:extLst>
          </p:cNvPr>
          <p:cNvGrpSpPr/>
          <p:nvPr/>
        </p:nvGrpSpPr>
        <p:grpSpPr>
          <a:xfrm>
            <a:off x="737118" y="653144"/>
            <a:ext cx="10854092" cy="5803640"/>
            <a:chOff x="6074818" y="2012815"/>
            <a:chExt cx="5544384" cy="3538375"/>
          </a:xfrm>
        </p:grpSpPr>
        <p:sp>
          <p:nvSpPr>
            <p:cNvPr id="4" name="Marcador de contenido 2">
              <a:extLst>
                <a:ext uri="{FF2B5EF4-FFF2-40B4-BE49-F238E27FC236}">
                  <a16:creationId xmlns:a16="http://schemas.microsoft.com/office/drawing/2014/main" id="{7AFEB12C-BA5A-6D0A-88EF-5B6ADAA8B108}"/>
                </a:ext>
              </a:extLst>
            </p:cNvPr>
            <p:cNvSpPr txBox="1">
              <a:spLocks/>
            </p:cNvSpPr>
            <p:nvPr/>
          </p:nvSpPr>
          <p:spPr>
            <a:xfrm>
              <a:off x="8333810" y="2012815"/>
              <a:ext cx="1026400" cy="668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218317"/>
                </a:buClr>
                <a:buNone/>
              </a:pPr>
              <a:r>
                <a:rPr lang="es-ES" sz="1600" b="1" dirty="0">
                  <a:latin typeface="Helvetica" panose="020B0604020202020204" pitchFamily="34" charset="0"/>
                  <a:ea typeface="HGGothicE" panose="020B0909000000000000" pitchFamily="49" charset="-128"/>
                  <a:cs typeface="Helvetica" panose="020B0604020202020204" pitchFamily="34" charset="0"/>
                </a:rPr>
                <a:t>BAI80</a:t>
              </a:r>
              <a:endParaRPr lang="es-ES"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5" name="Marcador de contenido 2">
              <a:extLst>
                <a:ext uri="{FF2B5EF4-FFF2-40B4-BE49-F238E27FC236}">
                  <a16:creationId xmlns:a16="http://schemas.microsoft.com/office/drawing/2014/main" id="{AF4D2F53-9B74-5BC5-926D-61F70F522534}"/>
                </a:ext>
              </a:extLst>
            </p:cNvPr>
            <p:cNvSpPr txBox="1">
              <a:spLocks/>
            </p:cNvSpPr>
            <p:nvPr/>
          </p:nvSpPr>
          <p:spPr>
            <a:xfrm>
              <a:off x="10592802" y="2012815"/>
              <a:ext cx="1026400" cy="668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218317"/>
                </a:buClr>
                <a:buNone/>
              </a:pPr>
              <a:r>
                <a:rPr lang="es-ES" sz="1600" b="1" dirty="0" err="1">
                  <a:latin typeface="Helvetica" panose="020B0604020202020204" pitchFamily="34" charset="0"/>
                  <a:ea typeface="HGGothicE" panose="020B0909000000000000" pitchFamily="49" charset="-128"/>
                  <a:cs typeface="Helvetica" panose="020B0604020202020204" pitchFamily="34" charset="0"/>
                </a:rPr>
                <a:t>height</a:t>
              </a:r>
              <a:endParaRPr lang="es-ES"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" name="Marcador de contenido 2">
              <a:extLst>
                <a:ext uri="{FF2B5EF4-FFF2-40B4-BE49-F238E27FC236}">
                  <a16:creationId xmlns:a16="http://schemas.microsoft.com/office/drawing/2014/main" id="{F489467F-3679-DABF-F95C-8E8BF79E7A44}"/>
                </a:ext>
              </a:extLst>
            </p:cNvPr>
            <p:cNvSpPr txBox="1">
              <a:spLocks/>
            </p:cNvSpPr>
            <p:nvPr/>
          </p:nvSpPr>
          <p:spPr>
            <a:xfrm>
              <a:off x="8333810" y="3507456"/>
              <a:ext cx="1026400" cy="668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218317"/>
                </a:buClr>
                <a:buNone/>
              </a:pPr>
              <a:r>
                <a:rPr lang="el-GR" sz="1600" b="1" dirty="0">
                  <a:latin typeface="Helvetica" panose="020B0604020202020204" pitchFamily="34" charset="0"/>
                  <a:ea typeface="HGGothicE" panose="020B0909000000000000" pitchFamily="49" charset="-128"/>
                  <a:cs typeface="Helvetica" panose="020B0604020202020204" pitchFamily="34" charset="0"/>
                </a:rPr>
                <a:t>δ</a:t>
              </a:r>
              <a:r>
                <a:rPr lang="es-ES" sz="1600" b="1" dirty="0">
                  <a:latin typeface="Helvetica" panose="020B0604020202020204" pitchFamily="34" charset="0"/>
                  <a:ea typeface="HGGothicE" panose="020B0909000000000000" pitchFamily="49" charset="-128"/>
                  <a:cs typeface="Helvetica" panose="020B0604020202020204" pitchFamily="34" charset="0"/>
                </a:rPr>
                <a:t>13C</a:t>
              </a:r>
              <a:endParaRPr lang="es-ES" sz="1600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" name="Marcador de contenido 2">
              <a:extLst>
                <a:ext uri="{FF2B5EF4-FFF2-40B4-BE49-F238E27FC236}">
                  <a16:creationId xmlns:a16="http://schemas.microsoft.com/office/drawing/2014/main" id="{68BC8D00-39A2-DB22-E11D-F4E232D58281}"/>
                </a:ext>
              </a:extLst>
            </p:cNvPr>
            <p:cNvSpPr txBox="1">
              <a:spLocks/>
            </p:cNvSpPr>
            <p:nvPr/>
          </p:nvSpPr>
          <p:spPr>
            <a:xfrm>
              <a:off x="8137068" y="4882968"/>
              <a:ext cx="1419883" cy="668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218317"/>
                </a:buClr>
                <a:buNone/>
              </a:pPr>
              <a:r>
                <a:rPr lang="es-ES" sz="1600" b="1" dirty="0" err="1">
                  <a:latin typeface="Helvetica" panose="020B0604020202020204" pitchFamily="34" charset="0"/>
                  <a:ea typeface="HGGothicE" panose="020B0909000000000000" pitchFamily="49" charset="-128"/>
                  <a:cs typeface="Helvetica" panose="020B0604020202020204" pitchFamily="34" charset="0"/>
                </a:rPr>
                <a:t>Defoliation</a:t>
              </a:r>
              <a:endParaRPr lang="es-ES"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6BF8A2F3-08DD-DEBC-96B5-61BF5BE103F9}"/>
                </a:ext>
              </a:extLst>
            </p:cNvPr>
            <p:cNvSpPr/>
            <p:nvPr/>
          </p:nvSpPr>
          <p:spPr>
            <a:xfrm rot="16200000">
              <a:off x="7743367" y="1729415"/>
              <a:ext cx="156913" cy="1235020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C2286C48-231D-1CD6-94EE-E5A3EBAF7B30}"/>
                </a:ext>
              </a:extLst>
            </p:cNvPr>
            <p:cNvSpPr/>
            <p:nvPr/>
          </p:nvSpPr>
          <p:spPr>
            <a:xfrm rot="5400000">
              <a:off x="9882961" y="1610291"/>
              <a:ext cx="156913" cy="1473269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84FFB2D-B906-0159-B4BD-89751D3352E4}"/>
                </a:ext>
              </a:extLst>
            </p:cNvPr>
            <p:cNvSpPr/>
            <p:nvPr/>
          </p:nvSpPr>
          <p:spPr>
            <a:xfrm rot="3165426">
              <a:off x="9980825" y="2249073"/>
              <a:ext cx="169453" cy="188729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D392BB1B-ACD9-B16D-CAE5-B21CC2B3A656}"/>
                </a:ext>
              </a:extLst>
            </p:cNvPr>
            <p:cNvSpPr/>
            <p:nvPr/>
          </p:nvSpPr>
          <p:spPr>
            <a:xfrm rot="18603101">
              <a:off x="7606732" y="2282751"/>
              <a:ext cx="169453" cy="1834694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8D59FFBA-883D-F2AE-484A-57DD6598CC82}"/>
                </a:ext>
              </a:extLst>
            </p:cNvPr>
            <p:cNvSpPr/>
            <p:nvPr/>
          </p:nvSpPr>
          <p:spPr>
            <a:xfrm rot="19571089">
              <a:off x="7323487" y="2503597"/>
              <a:ext cx="169453" cy="26553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B2B93F1F-2742-EC04-019D-C8CD8DF82509}"/>
                </a:ext>
              </a:extLst>
            </p:cNvPr>
            <p:cNvSpPr/>
            <p:nvPr/>
          </p:nvSpPr>
          <p:spPr>
            <a:xfrm rot="1901442">
              <a:off x="10135102" y="2518683"/>
              <a:ext cx="169453" cy="2774724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30F123B5-0D14-8485-4612-CB3F14231D4A}"/>
                </a:ext>
              </a:extLst>
            </p:cNvPr>
            <p:cNvSpPr/>
            <p:nvPr/>
          </p:nvSpPr>
          <p:spPr>
            <a:xfrm>
              <a:off x="8393135" y="2681034"/>
              <a:ext cx="156913" cy="2124541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D2F37A3-165A-448F-4A62-1F2FA138D9EA}"/>
                </a:ext>
              </a:extLst>
            </p:cNvPr>
            <p:cNvGrpSpPr/>
            <p:nvPr/>
          </p:nvGrpSpPr>
          <p:grpSpPr>
            <a:xfrm>
              <a:off x="8794552" y="4058897"/>
              <a:ext cx="156914" cy="745615"/>
              <a:chOff x="3177331" y="4058897"/>
              <a:chExt cx="156914" cy="745615"/>
            </a:xfrm>
          </p:grpSpPr>
          <p:sp>
            <p:nvSpPr>
              <p:cNvPr id="16" name="Arrow: Down 15">
                <a:extLst>
                  <a:ext uri="{FF2B5EF4-FFF2-40B4-BE49-F238E27FC236}">
                    <a16:creationId xmlns:a16="http://schemas.microsoft.com/office/drawing/2014/main" id="{7D00ED24-081A-6FF5-9A4A-A0495C42FBA7}"/>
                  </a:ext>
                </a:extLst>
              </p:cNvPr>
              <p:cNvSpPr/>
              <p:nvPr/>
            </p:nvSpPr>
            <p:spPr>
              <a:xfrm>
                <a:off x="3177331" y="4136290"/>
                <a:ext cx="156913" cy="668222"/>
              </a:xfrm>
              <a:prstGeom prst="downArrow">
                <a:avLst>
                  <a:gd name="adj1" fmla="val 23684"/>
                  <a:gd name="adj2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7" name="Arrow: Down 16">
                <a:extLst>
                  <a:ext uri="{FF2B5EF4-FFF2-40B4-BE49-F238E27FC236}">
                    <a16:creationId xmlns:a16="http://schemas.microsoft.com/office/drawing/2014/main" id="{FB0B28EB-4924-AD4C-F6A6-ED917BA3F1AB}"/>
                  </a:ext>
                </a:extLst>
              </p:cNvPr>
              <p:cNvSpPr/>
              <p:nvPr/>
            </p:nvSpPr>
            <p:spPr>
              <a:xfrm rot="10800000">
                <a:off x="3177332" y="4058897"/>
                <a:ext cx="156913" cy="668222"/>
              </a:xfrm>
              <a:prstGeom prst="downArrow">
                <a:avLst>
                  <a:gd name="adj1" fmla="val 23684"/>
                  <a:gd name="adj2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E8FDB5DE-EDA6-B187-6EBB-B16DC756954D}"/>
                </a:ext>
              </a:extLst>
            </p:cNvPr>
            <p:cNvSpPr/>
            <p:nvPr/>
          </p:nvSpPr>
          <p:spPr>
            <a:xfrm>
              <a:off x="8799822" y="2678184"/>
              <a:ext cx="156913" cy="984355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9" name="Marcador de contenido 2">
              <a:extLst>
                <a:ext uri="{FF2B5EF4-FFF2-40B4-BE49-F238E27FC236}">
                  <a16:creationId xmlns:a16="http://schemas.microsoft.com/office/drawing/2014/main" id="{BE098B36-A1DD-010C-5CFF-DC5DF5BC0A13}"/>
                </a:ext>
              </a:extLst>
            </p:cNvPr>
            <p:cNvSpPr txBox="1">
              <a:spLocks/>
            </p:cNvSpPr>
            <p:nvPr/>
          </p:nvSpPr>
          <p:spPr>
            <a:xfrm>
              <a:off x="6074818" y="2012815"/>
              <a:ext cx="1026400" cy="6682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Clr>
                  <a:srgbClr val="218317"/>
                </a:buClr>
                <a:buNone/>
              </a:pPr>
              <a:r>
                <a:rPr lang="es-ES" sz="1600" b="1" dirty="0">
                  <a:latin typeface="Helvetica" panose="020B0604020202020204" pitchFamily="34" charset="0"/>
                  <a:ea typeface="HGGothicE" panose="020B0909000000000000" pitchFamily="49" charset="-128"/>
                  <a:cs typeface="Helvetica" panose="020B0604020202020204" pitchFamily="34" charset="0"/>
                </a:rPr>
                <a:t>SLA</a:t>
              </a:r>
              <a:endParaRPr lang="es-ES"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B9AA3443-0EC5-8838-0569-67FABD8D43F7}"/>
              </a:ext>
            </a:extLst>
          </p:cNvPr>
          <p:cNvSpPr txBox="1">
            <a:spLocks/>
          </p:cNvSpPr>
          <p:nvPr/>
        </p:nvSpPr>
        <p:spPr>
          <a:xfrm>
            <a:off x="7173080" y="822472"/>
            <a:ext cx="2614819" cy="349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Hydraulic constraints,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limitted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PS, access to water sources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490AA618-7267-1752-35D5-E9C6002FD24D}"/>
              </a:ext>
            </a:extLst>
          </p:cNvPr>
          <p:cNvSpPr txBox="1">
            <a:spLocks/>
          </p:cNvSpPr>
          <p:nvPr/>
        </p:nvSpPr>
        <p:spPr>
          <a:xfrm>
            <a:off x="2849774" y="819418"/>
            <a:ext cx="2614819" cy="349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Evaporative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– gas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exchange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-off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5795F1D9-248A-08AD-A37C-99ACD68E0B01}"/>
              </a:ext>
            </a:extLst>
          </p:cNvPr>
          <p:cNvSpPr txBox="1">
            <a:spLocks/>
          </p:cNvSpPr>
          <p:nvPr/>
        </p:nvSpPr>
        <p:spPr>
          <a:xfrm>
            <a:off x="1997775" y="3855437"/>
            <a:ext cx="1602199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C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gains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PS)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F15DD0-C501-80AC-8CFE-F4C2593667B9}"/>
              </a:ext>
            </a:extLst>
          </p:cNvPr>
          <p:cNvSpPr txBox="1">
            <a:spLocks/>
          </p:cNvSpPr>
          <p:nvPr/>
        </p:nvSpPr>
        <p:spPr>
          <a:xfrm>
            <a:off x="9059274" y="2781897"/>
            <a:ext cx="1602199" cy="1051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constraints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limited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PS,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pests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FD3AA30-AA5B-F601-496A-CCF9F690C467}"/>
              </a:ext>
            </a:extLst>
          </p:cNvPr>
          <p:cNvSpPr txBox="1">
            <a:spLocks/>
          </p:cNvSpPr>
          <p:nvPr/>
        </p:nvSpPr>
        <p:spPr>
          <a:xfrm>
            <a:off x="2387789" y="4684074"/>
            <a:ext cx="1602199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decline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driven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resource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use?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DA87625-913B-6738-FCE4-495EAA37AA6E}"/>
              </a:ext>
            </a:extLst>
          </p:cNvPr>
          <p:cNvSpPr txBox="1">
            <a:spLocks/>
          </p:cNvSpPr>
          <p:nvPr/>
        </p:nvSpPr>
        <p:spPr>
          <a:xfrm>
            <a:off x="8470843" y="3981550"/>
            <a:ext cx="2222021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Does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13D886F8-443D-436F-326A-A795D1FAC35A}"/>
              </a:ext>
            </a:extLst>
          </p:cNvPr>
          <p:cNvSpPr txBox="1">
            <a:spLocks/>
          </p:cNvSpPr>
          <p:nvPr/>
        </p:nvSpPr>
        <p:spPr>
          <a:xfrm>
            <a:off x="6163771" y="4575912"/>
            <a:ext cx="1766901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decline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driven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C-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disbalance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0314436B-5EDC-3DCB-C559-D1E850CAF621}"/>
              </a:ext>
            </a:extLst>
          </p:cNvPr>
          <p:cNvSpPr txBox="1">
            <a:spLocks/>
          </p:cNvSpPr>
          <p:nvPr/>
        </p:nvSpPr>
        <p:spPr>
          <a:xfrm>
            <a:off x="5980401" y="4073628"/>
            <a:ext cx="1766901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49B76BE7-1DA8-4E84-3CC7-122F38C9F248}"/>
              </a:ext>
            </a:extLst>
          </p:cNvPr>
          <p:cNvSpPr txBox="1">
            <a:spLocks/>
          </p:cNvSpPr>
          <p:nvPr/>
        </p:nvSpPr>
        <p:spPr>
          <a:xfrm>
            <a:off x="7741524" y="1586404"/>
            <a:ext cx="1766901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constraints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F0F91C49-437D-74BB-1162-F5C8AB345946}"/>
              </a:ext>
            </a:extLst>
          </p:cNvPr>
          <p:cNvSpPr txBox="1">
            <a:spLocks/>
          </p:cNvSpPr>
          <p:nvPr/>
        </p:nvSpPr>
        <p:spPr>
          <a:xfrm>
            <a:off x="2829186" y="1459994"/>
            <a:ext cx="1766901" cy="561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in PS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and C balance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907CA6A5-01DD-17E9-D234-8E2EC2070214}"/>
              </a:ext>
            </a:extLst>
          </p:cNvPr>
          <p:cNvSpPr txBox="1">
            <a:spLocks/>
          </p:cNvSpPr>
          <p:nvPr/>
        </p:nvSpPr>
        <p:spPr>
          <a:xfrm>
            <a:off x="6198774" y="2308545"/>
            <a:ext cx="1343600" cy="742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promoting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filure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growth-resistance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-off</a:t>
            </a: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75691546-9025-FC1E-9053-7B8F31C3D9B5}"/>
              </a:ext>
            </a:extLst>
          </p:cNvPr>
          <p:cNvSpPr txBox="1">
            <a:spLocks/>
          </p:cNvSpPr>
          <p:nvPr/>
        </p:nvSpPr>
        <p:spPr>
          <a:xfrm>
            <a:off x="4206233" y="2164202"/>
            <a:ext cx="1343600" cy="742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decline preceded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E1ABE72F-CCBD-3280-B379-7052875C8A85}"/>
              </a:ext>
            </a:extLst>
          </p:cNvPr>
          <p:cNvSpPr txBox="1">
            <a:spLocks/>
          </p:cNvSpPr>
          <p:nvPr/>
        </p:nvSpPr>
        <p:spPr>
          <a:xfrm rot="2381762">
            <a:off x="2605250" y="2709253"/>
            <a:ext cx="2614819" cy="349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Are LES and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coordinated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237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E4B5A-B3F8-BD1F-0A2F-CA1CCC76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E224-44EF-5567-D989-F557A4DE9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together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(no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multigroup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49F4CD7B-7718-7093-FFEF-744CE013F084}"/>
              </a:ext>
            </a:extLst>
          </p:cNvPr>
          <p:cNvSpPr txBox="1">
            <a:spLocks/>
          </p:cNvSpPr>
          <p:nvPr/>
        </p:nvSpPr>
        <p:spPr>
          <a:xfrm>
            <a:off x="5520272" y="2223831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631A616E-A59E-FA05-FCF3-ECE33451A7AD}"/>
              </a:ext>
            </a:extLst>
          </p:cNvPr>
          <p:cNvSpPr txBox="1">
            <a:spLocks/>
          </p:cNvSpPr>
          <p:nvPr/>
        </p:nvSpPr>
        <p:spPr>
          <a:xfrm>
            <a:off x="7779264" y="2223831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5A07A5A3-F12B-D100-4F68-3C29741CE08D}"/>
              </a:ext>
            </a:extLst>
          </p:cNvPr>
          <p:cNvSpPr txBox="1">
            <a:spLocks/>
          </p:cNvSpPr>
          <p:nvPr/>
        </p:nvSpPr>
        <p:spPr>
          <a:xfrm>
            <a:off x="3261280" y="2223831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EB370D8D-33B1-1B57-0396-3E3A49E47508}"/>
              </a:ext>
            </a:extLst>
          </p:cNvPr>
          <p:cNvSpPr txBox="1">
            <a:spLocks/>
          </p:cNvSpPr>
          <p:nvPr/>
        </p:nvSpPr>
        <p:spPr>
          <a:xfrm>
            <a:off x="5520272" y="3718472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64507511-CF97-64A0-2768-8D61EB17E7B2}"/>
              </a:ext>
            </a:extLst>
          </p:cNvPr>
          <p:cNvSpPr txBox="1">
            <a:spLocks/>
          </p:cNvSpPr>
          <p:nvPr/>
        </p:nvSpPr>
        <p:spPr>
          <a:xfrm>
            <a:off x="5323530" y="5093984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6BDC0A6A-2A56-EF16-5B3D-4B1BDE2ADBA0}"/>
              </a:ext>
            </a:extLst>
          </p:cNvPr>
          <p:cNvSpPr/>
          <p:nvPr/>
        </p:nvSpPr>
        <p:spPr>
          <a:xfrm rot="5400000">
            <a:off x="7292857" y="2044741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C5BCF107-582E-8E28-89E3-900E5AF2D05B}"/>
              </a:ext>
            </a:extLst>
          </p:cNvPr>
          <p:cNvSpPr/>
          <p:nvPr/>
        </p:nvSpPr>
        <p:spPr>
          <a:xfrm rot="3165426">
            <a:off x="7167287" y="2460089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7C1BC453-9323-8076-0E4C-34C0786BD4E4}"/>
              </a:ext>
            </a:extLst>
          </p:cNvPr>
          <p:cNvSpPr/>
          <p:nvPr/>
        </p:nvSpPr>
        <p:spPr>
          <a:xfrm rot="18603101">
            <a:off x="4793194" y="2493767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DADACA19-18F3-B369-5154-3E1BCCEDB82A}"/>
              </a:ext>
            </a:extLst>
          </p:cNvPr>
          <p:cNvSpPr/>
          <p:nvPr/>
        </p:nvSpPr>
        <p:spPr>
          <a:xfrm>
            <a:off x="5579597" y="2892050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72C61B7-C1D4-EF8B-186A-3748A37BF179}"/>
              </a:ext>
            </a:extLst>
          </p:cNvPr>
          <p:cNvSpPr/>
          <p:nvPr/>
        </p:nvSpPr>
        <p:spPr>
          <a:xfrm>
            <a:off x="5986284" y="2889200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F575D-FE5D-4A4F-104A-7C955F51A951}"/>
              </a:ext>
            </a:extLst>
          </p:cNvPr>
          <p:cNvSpPr txBox="1">
            <a:spLocks/>
          </p:cNvSpPr>
          <p:nvPr/>
        </p:nvSpPr>
        <p:spPr>
          <a:xfrm>
            <a:off x="1549756" y="4274866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1.000</a:t>
            </a:r>
            <a:endParaRPr lang="es-E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1.000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F4F933C-A411-22FF-245F-FBDF44D9D68C}"/>
              </a:ext>
            </a:extLst>
          </p:cNvPr>
          <p:cNvSpPr txBox="1">
            <a:spLocks/>
          </p:cNvSpPr>
          <p:nvPr/>
        </p:nvSpPr>
        <p:spPr>
          <a:xfrm>
            <a:off x="6858114" y="2214586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0.628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6464CA0C-2A40-A022-C9C4-4A7CA1D52711}"/>
              </a:ext>
            </a:extLst>
          </p:cNvPr>
          <p:cNvSpPr txBox="1">
            <a:spLocks/>
          </p:cNvSpPr>
          <p:nvPr/>
        </p:nvSpPr>
        <p:spPr>
          <a:xfrm>
            <a:off x="5499277" y="4528097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-0.299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1A85894-ECF6-8AF2-3970-80CD24E79EF4}"/>
              </a:ext>
            </a:extLst>
          </p:cNvPr>
          <p:cNvSpPr txBox="1">
            <a:spLocks/>
          </p:cNvSpPr>
          <p:nvPr/>
        </p:nvSpPr>
        <p:spPr>
          <a:xfrm>
            <a:off x="4284859" y="288920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-0.225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4A3F4A1D-7E39-2FB6-354B-C7E6AEEA58E5}"/>
              </a:ext>
            </a:extLst>
          </p:cNvPr>
          <p:cNvSpPr txBox="1">
            <a:spLocks/>
          </p:cNvSpPr>
          <p:nvPr/>
        </p:nvSpPr>
        <p:spPr>
          <a:xfrm>
            <a:off x="6683345" y="2901296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-0.455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56B9771F-7FA4-2F52-8897-C707E64746E0}"/>
              </a:ext>
            </a:extLst>
          </p:cNvPr>
          <p:cNvSpPr txBox="1">
            <a:spLocks/>
          </p:cNvSpPr>
          <p:nvPr/>
        </p:nvSpPr>
        <p:spPr>
          <a:xfrm>
            <a:off x="5902975" y="2901296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-0.105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70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9953-E6DC-7ACF-F448-DE59DBDC6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5A5E-2DAD-38F1-7A40-5CA6A706E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Conceptual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13AB7032-D6B9-6AB8-FA9B-41934699E685}"/>
              </a:ext>
            </a:extLst>
          </p:cNvPr>
          <p:cNvGrpSpPr/>
          <p:nvPr/>
        </p:nvGrpSpPr>
        <p:grpSpPr>
          <a:xfrm>
            <a:off x="4315019" y="5212817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7E66B994-57D1-DC00-9970-67B63CB0E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A9B9AA0D-21C0-CE23-4464-A1BD21256F42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8D2324E5-A75B-F594-18C2-F680D97BA3D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354D977F-0D5C-9D54-1776-4F5AC6BBD306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B3112BD5-8154-848B-3928-539283E7499B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80A0636-F466-056D-9E5D-7431F3B8EE96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AE7E7EE1-C848-F7EC-4404-DC7AED336EFF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8FAED2C-5434-D619-E2D8-C3CC9CDBC999}"/>
              </a:ext>
            </a:extLst>
          </p:cNvPr>
          <p:cNvSpPr/>
          <p:nvPr/>
        </p:nvSpPr>
        <p:spPr>
          <a:xfrm rot="16200000">
            <a:off x="1886345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56CF554A-B44A-2498-596E-8DA9C5ED51DB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538CE985-2A3B-77DA-CFDD-AAD01348414C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9D9D92F0-6B22-FC04-5A81-046E1DD9EAED}"/>
              </a:ext>
            </a:extLst>
          </p:cNvPr>
          <p:cNvSpPr/>
          <p:nvPr/>
        </p:nvSpPr>
        <p:spPr>
          <a:xfrm rot="18603101">
            <a:off x="1854020" y="2204295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CD61DBD9-9FC8-EE1B-BBDF-4BB98D4400DF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6DF6DB94-04DA-B56F-6218-7443777B9780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2BB48AA8-3569-EF22-84BC-0844D67BAD37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23F44D71-706D-A05E-FEDA-82AE306E159A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55B72BA0-69E8-D0B0-D44A-3E0FE3314FD9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947CF6D0-1986-87C2-5BC8-24614A320457}"/>
              </a:ext>
            </a:extLst>
          </p:cNvPr>
          <p:cNvSpPr/>
          <p:nvPr/>
        </p:nvSpPr>
        <p:spPr>
          <a:xfrm rot="16200000">
            <a:off x="7639057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A8FEF598-E760-A1AA-8D85-D10CC99F9088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AB81B078-7410-674C-79BB-F7C39410C596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A5B78482-EA84-55EF-0137-6568377D4DD2}"/>
              </a:ext>
            </a:extLst>
          </p:cNvPr>
          <p:cNvSpPr/>
          <p:nvPr/>
        </p:nvSpPr>
        <p:spPr>
          <a:xfrm rot="18603101">
            <a:off x="7606732" y="2282751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3AA0594F-4C86-060E-7729-4A975FC302A6}"/>
              </a:ext>
            </a:extLst>
          </p:cNvPr>
          <p:cNvSpPr/>
          <p:nvPr/>
        </p:nvSpPr>
        <p:spPr>
          <a:xfrm rot="19571089">
            <a:off x="7323487" y="2503597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B44DA98C-52E6-37BE-D625-C8267B509DB6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5CDC309E-5595-176D-C51D-234D29193566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C9552C-EF05-FF84-E024-BDF60FFECD6B}"/>
              </a:ext>
            </a:extLst>
          </p:cNvPr>
          <p:cNvGrpSpPr/>
          <p:nvPr/>
        </p:nvGrpSpPr>
        <p:grpSpPr>
          <a:xfrm>
            <a:off x="8794552" y="4058897"/>
            <a:ext cx="156914" cy="745615"/>
            <a:chOff x="3177331" y="4058897"/>
            <a:chExt cx="156914" cy="745615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3BA7A324-9466-399B-A557-F91950B4238B}"/>
                </a:ext>
              </a:extLst>
            </p:cNvPr>
            <p:cNvSpPr/>
            <p:nvPr/>
          </p:nvSpPr>
          <p:spPr>
            <a:xfrm>
              <a:off x="3177331" y="4136290"/>
              <a:ext cx="156913" cy="6682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A17532A3-A39E-6E3B-73DD-36F2E1B8A0E7}"/>
                </a:ext>
              </a:extLst>
            </p:cNvPr>
            <p:cNvSpPr/>
            <p:nvPr/>
          </p:nvSpPr>
          <p:spPr>
            <a:xfrm rot="10800000">
              <a:off x="3177332" y="4058897"/>
              <a:ext cx="156913" cy="6682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" name="Arrow: Down 9">
            <a:extLst>
              <a:ext uri="{FF2B5EF4-FFF2-40B4-BE49-F238E27FC236}">
                <a16:creationId xmlns:a16="http://schemas.microsoft.com/office/drawing/2014/main" id="{3FCEAA6A-3142-37A4-20B1-DC93E2358E63}"/>
              </a:ext>
            </a:extLst>
          </p:cNvPr>
          <p:cNvSpPr/>
          <p:nvPr/>
        </p:nvSpPr>
        <p:spPr>
          <a:xfrm>
            <a:off x="8799822" y="267818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911100B-EB22-1623-8B91-7237716E7386}"/>
              </a:ext>
            </a:extLst>
          </p:cNvPr>
          <p:cNvSpPr/>
          <p:nvPr/>
        </p:nvSpPr>
        <p:spPr>
          <a:xfrm>
            <a:off x="3021147" y="268103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30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DF0E3-3C3A-218F-CAC2-30544371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20">
            <a:extLst>
              <a:ext uri="{FF2B5EF4-FFF2-40B4-BE49-F238E27FC236}">
                <a16:creationId xmlns:a16="http://schemas.microsoft.com/office/drawing/2014/main" id="{DB131F56-9B91-5074-AC32-EA7446DBC91A}"/>
              </a:ext>
            </a:extLst>
          </p:cNvPr>
          <p:cNvGrpSpPr/>
          <p:nvPr/>
        </p:nvGrpSpPr>
        <p:grpSpPr>
          <a:xfrm>
            <a:off x="4312839" y="5217079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5DA13A6A-3E32-0D98-7B79-E1F47E351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748B0E4C-D178-1799-536D-7FF6F591D264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59CE208A-6294-40B6-C7BB-A6ED1BF7AE18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EB44C5C6-2043-0109-4A9D-915626C434AA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4F21E1C-2E02-06FF-4058-8BF6832ED2E6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D83AC1FA-B385-5F23-49E9-2A330E58518B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57201A6E-7945-A473-60BC-AF90E7E5E44D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5D8C6246-46E0-97E3-123D-054809B65906}"/>
              </a:ext>
            </a:extLst>
          </p:cNvPr>
          <p:cNvSpPr/>
          <p:nvPr/>
        </p:nvSpPr>
        <p:spPr>
          <a:xfrm rot="16200000">
            <a:off x="1886345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B7F65F1-2F40-9B7E-5597-310D8B62CDBB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39765E8A-A07B-B297-363A-58B79A44C7F8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5E856DB0-3F47-9D6F-658C-42CD277C8F01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5FF3F54C-49E7-43D8-6B39-334986CABFB8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8995D052-15DC-0310-53AE-D3FC2EC176A7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D2A16AEC-ED04-1F0F-CECA-8B435A6BA5E5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A45DE675-3928-921D-318E-0ECF64147DBD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91FFAA58-0B59-2AAB-9799-278753131555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647FBE6B-C46E-5A55-0129-BA52C132A8B5}"/>
              </a:ext>
            </a:extLst>
          </p:cNvPr>
          <p:cNvSpPr/>
          <p:nvPr/>
        </p:nvSpPr>
        <p:spPr>
          <a:xfrm rot="18603101">
            <a:off x="7606732" y="2282751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F4B40E1B-FCA8-8CE6-6AB6-6085E8752E00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79CC4D7-ED19-9DAE-1292-D14A00CBA40F}"/>
              </a:ext>
            </a:extLst>
          </p:cNvPr>
          <p:cNvSpPr/>
          <p:nvPr/>
        </p:nvSpPr>
        <p:spPr>
          <a:xfrm>
            <a:off x="3021147" y="268103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2008E2D-2BE8-7B99-C48A-229E82C7D401}"/>
              </a:ext>
            </a:extLst>
          </p:cNvPr>
          <p:cNvSpPr txBox="1">
            <a:spLocks/>
          </p:cNvSpPr>
          <p:nvPr/>
        </p:nvSpPr>
        <p:spPr>
          <a:xfrm>
            <a:off x="7784502" y="451764"/>
            <a:ext cx="3151415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Multigroup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SEM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BFE7C0E7-1ABF-D327-3365-C3C182E48581}"/>
              </a:ext>
            </a:extLst>
          </p:cNvPr>
          <p:cNvSpPr txBox="1">
            <a:spLocks/>
          </p:cNvSpPr>
          <p:nvPr/>
        </p:nvSpPr>
        <p:spPr>
          <a:xfrm>
            <a:off x="4730738" y="3688558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0.957</a:t>
            </a:r>
            <a:endParaRPr lang="es-E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0.743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737F30C-F0CC-D5B4-27AE-FDEC1F637FCB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A0D335E0-82DA-DC51-44CC-999F2957A960}"/>
              </a:ext>
            </a:extLst>
          </p:cNvPr>
          <p:cNvSpPr txBox="1">
            <a:spLocks/>
          </p:cNvSpPr>
          <p:nvPr/>
        </p:nvSpPr>
        <p:spPr>
          <a:xfrm>
            <a:off x="3932164" y="186587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0.811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E6E4EB5-EB9F-947A-1A0F-C028AA0B48FB}"/>
              </a:ext>
            </a:extLst>
          </p:cNvPr>
          <p:cNvSpPr txBox="1">
            <a:spLocks/>
          </p:cNvSpPr>
          <p:nvPr/>
        </p:nvSpPr>
        <p:spPr>
          <a:xfrm>
            <a:off x="1452886" y="1850744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-0.191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A5197171-2CFD-ECA5-C41F-7CAAA5F99C0E}"/>
              </a:ext>
            </a:extLst>
          </p:cNvPr>
          <p:cNvSpPr txBox="1">
            <a:spLocks/>
          </p:cNvSpPr>
          <p:nvPr/>
        </p:nvSpPr>
        <p:spPr>
          <a:xfrm>
            <a:off x="4205268" y="3025098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-0.467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A3CCA7-CDB1-26EA-A35E-56EE803CC0FC}"/>
              </a:ext>
            </a:extLst>
          </p:cNvPr>
          <p:cNvSpPr txBox="1">
            <a:spLocks/>
          </p:cNvSpPr>
          <p:nvPr/>
        </p:nvSpPr>
        <p:spPr>
          <a:xfrm>
            <a:off x="2177623" y="2822836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-0.142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9EF9B27A-7E72-940B-DA39-63BB12A2A9DF}"/>
              </a:ext>
            </a:extLst>
          </p:cNvPr>
          <p:cNvSpPr txBox="1">
            <a:spLocks/>
          </p:cNvSpPr>
          <p:nvPr/>
        </p:nvSpPr>
        <p:spPr>
          <a:xfrm>
            <a:off x="9732905" y="1929576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0.224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8450F264-F7B5-5951-E0ED-C54B300B78DC}"/>
              </a:ext>
            </a:extLst>
          </p:cNvPr>
          <p:cNvSpPr txBox="1">
            <a:spLocks/>
          </p:cNvSpPr>
          <p:nvPr/>
        </p:nvSpPr>
        <p:spPr>
          <a:xfrm>
            <a:off x="7271302" y="277479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-0.394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F343674F-3202-EFED-9048-DCCE3D27DEE9}"/>
              </a:ext>
            </a:extLst>
          </p:cNvPr>
          <p:cNvSpPr txBox="1">
            <a:spLocks/>
          </p:cNvSpPr>
          <p:nvPr/>
        </p:nvSpPr>
        <p:spPr>
          <a:xfrm>
            <a:off x="9329031" y="2793943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-0.507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DE2B6780-45A3-55DA-AFE9-F688F0F713BD}"/>
              </a:ext>
            </a:extLst>
          </p:cNvPr>
          <p:cNvSpPr txBox="1">
            <a:spLocks/>
          </p:cNvSpPr>
          <p:nvPr/>
        </p:nvSpPr>
        <p:spPr>
          <a:xfrm>
            <a:off x="7616237" y="425804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-0. 398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29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A5A6-7C89-44AF-CD43-5852DE35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20">
            <a:extLst>
              <a:ext uri="{FF2B5EF4-FFF2-40B4-BE49-F238E27FC236}">
                <a16:creationId xmlns:a16="http://schemas.microsoft.com/office/drawing/2014/main" id="{D25B3675-3F16-4809-182A-E0ABDEEE38AE}"/>
              </a:ext>
            </a:extLst>
          </p:cNvPr>
          <p:cNvGrpSpPr/>
          <p:nvPr/>
        </p:nvGrpSpPr>
        <p:grpSpPr>
          <a:xfrm>
            <a:off x="4517819" y="2209258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B442710B-2F64-5170-26E8-E0F0B6A42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8BCE6F29-3041-03F7-691A-9412035D74B0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A072D496-A9EA-622A-692F-0E87EB47FDCE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B7C5126D-A4FC-692B-AE5B-DE90BCA5E983}"/>
              </a:ext>
            </a:extLst>
          </p:cNvPr>
          <p:cNvSpPr txBox="1">
            <a:spLocks/>
          </p:cNvSpPr>
          <p:nvPr/>
        </p:nvSpPr>
        <p:spPr>
          <a:xfrm>
            <a:off x="2596088" y="495303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9AE73AF-B72D-B9B8-E78C-38058FD77D0D}"/>
              </a:ext>
            </a:extLst>
          </p:cNvPr>
          <p:cNvSpPr txBox="1">
            <a:spLocks/>
          </p:cNvSpPr>
          <p:nvPr/>
        </p:nvSpPr>
        <p:spPr>
          <a:xfrm>
            <a:off x="4855080" y="495303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737AA688-35DB-4324-FFE7-7908FBB37D71}"/>
              </a:ext>
            </a:extLst>
          </p:cNvPr>
          <p:cNvSpPr txBox="1">
            <a:spLocks/>
          </p:cNvSpPr>
          <p:nvPr/>
        </p:nvSpPr>
        <p:spPr>
          <a:xfrm>
            <a:off x="337096" y="495303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83245968-A456-BDA1-C7F0-387954D24BA8}"/>
              </a:ext>
            </a:extLst>
          </p:cNvPr>
          <p:cNvSpPr txBox="1">
            <a:spLocks/>
          </p:cNvSpPr>
          <p:nvPr/>
        </p:nvSpPr>
        <p:spPr>
          <a:xfrm>
            <a:off x="2596088" y="1989944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95C4D98F-D7D2-4DFC-24B4-E112182D9743}"/>
              </a:ext>
            </a:extLst>
          </p:cNvPr>
          <p:cNvSpPr/>
          <p:nvPr/>
        </p:nvSpPr>
        <p:spPr>
          <a:xfrm rot="16200000">
            <a:off x="1901335" y="316213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356504B8-AF36-3A6C-F040-238CCE8A3715}"/>
              </a:ext>
            </a:extLst>
          </p:cNvPr>
          <p:cNvSpPr/>
          <p:nvPr/>
        </p:nvSpPr>
        <p:spPr>
          <a:xfrm rot="3165426">
            <a:off x="4243103" y="731561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16FA80FD-7905-97F2-7DDE-1A01D9C3CEF8}"/>
              </a:ext>
            </a:extLst>
          </p:cNvPr>
          <p:cNvSpPr txBox="1">
            <a:spLocks/>
          </p:cNvSpPr>
          <p:nvPr/>
        </p:nvSpPr>
        <p:spPr>
          <a:xfrm>
            <a:off x="8348800" y="5737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6224DB96-CC0E-70BC-208E-D6CE3AC5BFD0}"/>
              </a:ext>
            </a:extLst>
          </p:cNvPr>
          <p:cNvSpPr txBox="1">
            <a:spLocks/>
          </p:cNvSpPr>
          <p:nvPr/>
        </p:nvSpPr>
        <p:spPr>
          <a:xfrm>
            <a:off x="10607792" y="5737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BBDAD35-062E-685B-B7E5-A654AE5D235E}"/>
              </a:ext>
            </a:extLst>
          </p:cNvPr>
          <p:cNvSpPr txBox="1">
            <a:spLocks/>
          </p:cNvSpPr>
          <p:nvPr/>
        </p:nvSpPr>
        <p:spPr>
          <a:xfrm>
            <a:off x="6089808" y="5737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C15A317D-7D37-B91A-FC5D-D6564B72EBF8}"/>
              </a:ext>
            </a:extLst>
          </p:cNvPr>
          <p:cNvSpPr txBox="1">
            <a:spLocks/>
          </p:cNvSpPr>
          <p:nvPr/>
        </p:nvSpPr>
        <p:spPr>
          <a:xfrm>
            <a:off x="8348800" y="20684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504F3B6E-6BBD-D163-DAA9-C529C4D05A78}"/>
              </a:ext>
            </a:extLst>
          </p:cNvPr>
          <p:cNvSpPr txBox="1">
            <a:spLocks/>
          </p:cNvSpPr>
          <p:nvPr/>
        </p:nvSpPr>
        <p:spPr>
          <a:xfrm>
            <a:off x="8152058" y="3443912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71E39AB4-3FD1-508D-7AB3-A4DCD6EC181A}"/>
              </a:ext>
            </a:extLst>
          </p:cNvPr>
          <p:cNvSpPr/>
          <p:nvPr/>
        </p:nvSpPr>
        <p:spPr>
          <a:xfrm rot="5400000">
            <a:off x="10121385" y="3946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9250089E-3FE8-6132-5BDB-5DAEE0554C2C}"/>
              </a:ext>
            </a:extLst>
          </p:cNvPr>
          <p:cNvSpPr/>
          <p:nvPr/>
        </p:nvSpPr>
        <p:spPr>
          <a:xfrm rot="3165426">
            <a:off x="9995815" y="8100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DF12CCE6-FE23-D0E6-7A7E-280D8DA4D6F0}"/>
              </a:ext>
            </a:extLst>
          </p:cNvPr>
          <p:cNvSpPr/>
          <p:nvPr/>
        </p:nvSpPr>
        <p:spPr>
          <a:xfrm rot="18603101">
            <a:off x="7621722" y="843695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46653F82-49E1-F35F-D4A3-2FE78B8C3772}"/>
              </a:ext>
            </a:extLst>
          </p:cNvPr>
          <p:cNvSpPr/>
          <p:nvPr/>
        </p:nvSpPr>
        <p:spPr>
          <a:xfrm>
            <a:off x="8408125" y="1241978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0CF9386A-AFF0-117A-720E-34987BD9F6C8}"/>
              </a:ext>
            </a:extLst>
          </p:cNvPr>
          <p:cNvSpPr/>
          <p:nvPr/>
        </p:nvSpPr>
        <p:spPr>
          <a:xfrm>
            <a:off x="3036137" y="1241978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CA6F6A9-E383-BCE7-EC31-F80761C032A8}"/>
              </a:ext>
            </a:extLst>
          </p:cNvPr>
          <p:cNvSpPr/>
          <p:nvPr/>
        </p:nvSpPr>
        <p:spPr>
          <a:xfrm rot="5400000">
            <a:off x="4368673" y="316213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95BFCA99-C39C-74A6-DBB4-9791F4F4666F}"/>
              </a:ext>
            </a:extLst>
          </p:cNvPr>
          <p:cNvSpPr txBox="1">
            <a:spLocks/>
          </p:cNvSpPr>
          <p:nvPr/>
        </p:nvSpPr>
        <p:spPr>
          <a:xfrm>
            <a:off x="3947154" y="426815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0.811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12F5D281-1B8A-7FA1-2B34-CEB4CD48CFAE}"/>
              </a:ext>
            </a:extLst>
          </p:cNvPr>
          <p:cNvSpPr txBox="1">
            <a:spLocks/>
          </p:cNvSpPr>
          <p:nvPr/>
        </p:nvSpPr>
        <p:spPr>
          <a:xfrm>
            <a:off x="1467876" y="411688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-0.191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E99655F7-D24D-A179-8319-BF5A8C3C3F30}"/>
              </a:ext>
            </a:extLst>
          </p:cNvPr>
          <p:cNvSpPr txBox="1">
            <a:spLocks/>
          </p:cNvSpPr>
          <p:nvPr/>
        </p:nvSpPr>
        <p:spPr>
          <a:xfrm>
            <a:off x="4220258" y="1586042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-0.467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52EA80BA-3CF2-7756-3015-CF7AFE4BE88C}"/>
              </a:ext>
            </a:extLst>
          </p:cNvPr>
          <p:cNvSpPr txBox="1">
            <a:spLocks/>
          </p:cNvSpPr>
          <p:nvPr/>
        </p:nvSpPr>
        <p:spPr>
          <a:xfrm>
            <a:off x="2192613" y="138378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-0.142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620F1789-78A1-9026-9C9E-8845EAEF5B21}"/>
              </a:ext>
            </a:extLst>
          </p:cNvPr>
          <p:cNvSpPr txBox="1">
            <a:spLocks/>
          </p:cNvSpPr>
          <p:nvPr/>
        </p:nvSpPr>
        <p:spPr>
          <a:xfrm>
            <a:off x="9747895" y="49052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0.224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72F32B94-FCA6-9164-1C02-457CF5F88D9F}"/>
              </a:ext>
            </a:extLst>
          </p:cNvPr>
          <p:cNvSpPr txBox="1">
            <a:spLocks/>
          </p:cNvSpPr>
          <p:nvPr/>
        </p:nvSpPr>
        <p:spPr>
          <a:xfrm>
            <a:off x="7286292" y="1335743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-0.394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979D5A57-0FB0-816F-8478-880F9EC4D780}"/>
              </a:ext>
            </a:extLst>
          </p:cNvPr>
          <p:cNvSpPr txBox="1">
            <a:spLocks/>
          </p:cNvSpPr>
          <p:nvPr/>
        </p:nvSpPr>
        <p:spPr>
          <a:xfrm>
            <a:off x="9344021" y="1354887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-0.507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E2CA299D-454E-8B9C-3542-5FFCF15A0EB5}"/>
              </a:ext>
            </a:extLst>
          </p:cNvPr>
          <p:cNvSpPr txBox="1">
            <a:spLocks/>
          </p:cNvSpPr>
          <p:nvPr/>
        </p:nvSpPr>
        <p:spPr>
          <a:xfrm>
            <a:off x="7631227" y="2818993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-0. 398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F82CCE-C1BE-A507-CEDC-FAB4D9AB8303}"/>
              </a:ext>
            </a:extLst>
          </p:cNvPr>
          <p:cNvSpPr txBox="1">
            <a:spLocks/>
          </p:cNvSpPr>
          <p:nvPr/>
        </p:nvSpPr>
        <p:spPr>
          <a:xfrm>
            <a:off x="600719" y="3545936"/>
            <a:ext cx="11357355" cy="35267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</a:rPr>
              <a:t>Taller tres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</a:rPr>
              <a:t>grow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</a:rPr>
              <a:t> more in D sites 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Better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access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water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</a:p>
          <a:p>
            <a:pPr marL="457200" indent="-457200">
              <a:buFontTx/>
              <a:buChar char="-"/>
            </a:pP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Height-driven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hydraulic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constraints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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slightly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more intense in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sites</a:t>
            </a:r>
          </a:p>
          <a:p>
            <a:pPr marL="457200" indent="-457200">
              <a:buFontTx/>
              <a:buChar char="-"/>
            </a:pP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SLA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decreases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reduce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transpiration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 conservative response</a:t>
            </a:r>
          </a:p>
          <a:p>
            <a:pPr marL="457200" indent="-457200">
              <a:buFontTx/>
              <a:buChar char="-"/>
            </a:pP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Tree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decline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driven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by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decreased</a:t>
            </a:r>
            <a:r>
              <a:rPr lang="es-ES" sz="2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growth</a:t>
            </a:r>
            <a:endParaRPr lang="es-ES" sz="26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756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3D5E-7083-10F0-6CCC-C9480779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80CB79B-4A5E-7E98-4345-814F4D73E4B1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 err="1">
                <a:latin typeface="Helvetica" panose="020B0604020202020204"/>
                <a:cs typeface="Helvetica" panose="020B0604020202020204"/>
              </a:rPr>
              <a:t>Adding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 d18O?</a:t>
            </a:r>
          </a:p>
        </p:txBody>
      </p:sp>
    </p:spTree>
    <p:extLst>
      <p:ext uri="{BB962C8B-B14F-4D97-AF65-F5344CB8AC3E}">
        <p14:creationId xmlns:p14="http://schemas.microsoft.com/office/powerpoint/2010/main" val="186242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3CB5-3D6B-58B8-5B82-B9FF25AE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0AD4-CE75-C4D0-975C-9DC5FFE3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2979421" cy="1111766"/>
          </a:xfrm>
        </p:spPr>
        <p:txBody>
          <a:bodyPr>
            <a:noAutofit/>
          </a:bodyPr>
          <a:lstStyle/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375EB590-7760-302A-E336-091DECC9304C}"/>
              </a:ext>
            </a:extLst>
          </p:cNvPr>
          <p:cNvGrpSpPr/>
          <p:nvPr/>
        </p:nvGrpSpPr>
        <p:grpSpPr>
          <a:xfrm>
            <a:off x="4312839" y="5217079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004FC1C8-E544-AD35-6566-B03190C33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CA3E2B18-5E07-37AF-4EE9-DB4031173B15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B7BA16E5-FA46-0777-24A8-5BB17773865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7A2E9728-DB0E-00E5-1F7A-ABA03FA52685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BA476DB0-7756-79C2-209B-2B55794CEA98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26E18D71-9338-A386-CE11-FB986F4AEDAB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2A87C916-22B8-5A17-A053-A8C8301CDA91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18O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1232E365-F2B8-7A6F-AA30-6DF021779610}"/>
              </a:ext>
            </a:extLst>
          </p:cNvPr>
          <p:cNvSpPr/>
          <p:nvPr/>
        </p:nvSpPr>
        <p:spPr>
          <a:xfrm rot="16200000">
            <a:off x="1886345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176D2F31-87CC-5689-8FE8-A060F95600E2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2C366C13-D62E-6C7E-6E30-05D4F41E1BC1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88C38182-68A6-A865-4FD4-C2823F20E3D5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F6A0831D-D239-6165-9611-57A16443CE64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EA73A25C-8E7C-FC3B-269D-4724B39B7AF1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89DC7DC8-09F1-0FA4-9CC4-1264424D178F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18O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0A4EEF93-8924-C8C7-421B-A98171AB95CD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2D854069-B090-801D-7953-785DBB2F1E0D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A47D33A2-E79E-E96F-18EF-B5A356A40A81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99FEBC-8EFF-D810-8A62-0C3F9076920A}"/>
              </a:ext>
            </a:extLst>
          </p:cNvPr>
          <p:cNvSpPr txBox="1">
            <a:spLocks/>
          </p:cNvSpPr>
          <p:nvPr/>
        </p:nvSpPr>
        <p:spPr>
          <a:xfrm>
            <a:off x="4730738" y="3688558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0.852</a:t>
            </a:r>
            <a:endParaRPr lang="es-E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0.113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9B31324-107A-E3F2-1574-C295CD2365E5}"/>
              </a:ext>
            </a:extLst>
          </p:cNvPr>
          <p:cNvSpPr txBox="1">
            <a:spLocks/>
          </p:cNvSpPr>
          <p:nvPr/>
        </p:nvSpPr>
        <p:spPr>
          <a:xfrm>
            <a:off x="3932164" y="186587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0.807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01A5D270-551B-84C4-D430-8A1F76A1BA6F}"/>
              </a:ext>
            </a:extLst>
          </p:cNvPr>
          <p:cNvSpPr txBox="1">
            <a:spLocks/>
          </p:cNvSpPr>
          <p:nvPr/>
        </p:nvSpPr>
        <p:spPr>
          <a:xfrm>
            <a:off x="1425546" y="186587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-0.196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D0AE1231-76BD-8768-A8F2-84C8CCD49319}"/>
              </a:ext>
            </a:extLst>
          </p:cNvPr>
          <p:cNvSpPr txBox="1">
            <a:spLocks/>
          </p:cNvSpPr>
          <p:nvPr/>
        </p:nvSpPr>
        <p:spPr>
          <a:xfrm>
            <a:off x="3556618" y="2759666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-0.366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B37FCF39-F1F4-628E-E2CD-24B3295B123C}"/>
              </a:ext>
            </a:extLst>
          </p:cNvPr>
          <p:cNvSpPr txBox="1">
            <a:spLocks/>
          </p:cNvSpPr>
          <p:nvPr/>
        </p:nvSpPr>
        <p:spPr>
          <a:xfrm>
            <a:off x="9732905" y="1935746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0.224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C7693D5-5654-D9C6-5A3E-62EA311CC30A}"/>
              </a:ext>
            </a:extLst>
          </p:cNvPr>
          <p:cNvSpPr/>
          <p:nvPr/>
        </p:nvSpPr>
        <p:spPr>
          <a:xfrm>
            <a:off x="8799822" y="267818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AB5C0CED-7655-9384-10C5-E63AD205388D}"/>
              </a:ext>
            </a:extLst>
          </p:cNvPr>
          <p:cNvSpPr txBox="1">
            <a:spLocks/>
          </p:cNvSpPr>
          <p:nvPr/>
        </p:nvSpPr>
        <p:spPr>
          <a:xfrm>
            <a:off x="8782723" y="2789493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-0.380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3B1E5C1F-3297-FE19-98C7-5B057C6E32CC}"/>
              </a:ext>
            </a:extLst>
          </p:cNvPr>
          <p:cNvSpPr txBox="1">
            <a:spLocks/>
          </p:cNvSpPr>
          <p:nvPr/>
        </p:nvSpPr>
        <p:spPr>
          <a:xfrm>
            <a:off x="7623868" y="3364417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47BD76A-A535-F041-65AD-F3ACC9CB4561}"/>
              </a:ext>
            </a:extLst>
          </p:cNvPr>
          <p:cNvSpPr txBox="1">
            <a:spLocks/>
          </p:cNvSpPr>
          <p:nvPr/>
        </p:nvSpPr>
        <p:spPr>
          <a:xfrm>
            <a:off x="7357456" y="522940"/>
            <a:ext cx="4170601" cy="10562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Replacing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d13C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d18O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makes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SEM 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WORSE</a:t>
            </a:r>
          </a:p>
        </p:txBody>
      </p:sp>
    </p:spTree>
    <p:extLst>
      <p:ext uri="{BB962C8B-B14F-4D97-AF65-F5344CB8AC3E}">
        <p14:creationId xmlns:p14="http://schemas.microsoft.com/office/powerpoint/2010/main" val="1750706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5893-E79A-449E-7EAA-3D7120CBD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20">
            <a:extLst>
              <a:ext uri="{FF2B5EF4-FFF2-40B4-BE49-F238E27FC236}">
                <a16:creationId xmlns:a16="http://schemas.microsoft.com/office/drawing/2014/main" id="{008DF3FE-8B84-122F-5877-8B950032A95D}"/>
              </a:ext>
            </a:extLst>
          </p:cNvPr>
          <p:cNvGrpSpPr/>
          <p:nvPr/>
        </p:nvGrpSpPr>
        <p:grpSpPr>
          <a:xfrm>
            <a:off x="3565651" y="4228252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4D618BCF-12D1-0F3A-BB28-87923726C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FA27A0CD-E71C-CA85-879E-8C32F192605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95D5A85F-73B3-D415-F03B-3CFB79BE758B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A98BF72-C5EA-E676-A31B-61AC088E4CF4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1DF4B121-81E2-FD4A-9B1F-FB9679D9A68C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B1A85052-AC4B-6DC0-88EE-A84334CAE32D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29B02CD3-3D71-973E-4C86-F426E03E1E6B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A17396FE-972C-6AA6-75AD-646939EFDA3A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2D3B2D4B-1237-A1D9-ECD2-CA78960C7C08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29631C37-F6EF-8FCC-4846-A365B32D4428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24CF5FFC-776A-CA30-48CE-96B086AD807B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2F60D33C-68DA-7789-B636-18B1E37A2745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6CBF556F-987C-F026-E478-FAE45EB894FC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16C843F3-A04E-B999-2B35-AB530B739BC5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09683412-45AD-F2D2-74B2-198C91451208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DBA30CB3-47EA-8E38-7AC4-3AC0796E9B25}"/>
              </a:ext>
            </a:extLst>
          </p:cNvPr>
          <p:cNvSpPr/>
          <p:nvPr/>
        </p:nvSpPr>
        <p:spPr>
          <a:xfrm rot="18603101">
            <a:off x="7606732" y="2282751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A6CE8F5B-48EC-F864-D91D-10A1899A0736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03BBF09-7E0F-A613-4496-BDD1F9A9FC2E}"/>
              </a:ext>
            </a:extLst>
          </p:cNvPr>
          <p:cNvSpPr/>
          <p:nvPr/>
        </p:nvSpPr>
        <p:spPr>
          <a:xfrm>
            <a:off x="3021147" y="268103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9A0B5D-4AE9-EBBD-45F1-2392528CE721}"/>
              </a:ext>
            </a:extLst>
          </p:cNvPr>
          <p:cNvSpPr txBox="1">
            <a:spLocks/>
          </p:cNvSpPr>
          <p:nvPr/>
        </p:nvSpPr>
        <p:spPr>
          <a:xfrm>
            <a:off x="915865" y="4228252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0.873</a:t>
            </a:r>
            <a:endParaRPr lang="es-ES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0.677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24B33E6-0217-B42C-981A-4405E8833FF6}"/>
              </a:ext>
            </a:extLst>
          </p:cNvPr>
          <p:cNvSpPr txBox="1">
            <a:spLocks/>
          </p:cNvSpPr>
          <p:nvPr/>
        </p:nvSpPr>
        <p:spPr>
          <a:xfrm>
            <a:off x="6077416" y="3521137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18O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B5D095B-8A0E-08F3-A9C2-2C779A401F30}"/>
              </a:ext>
            </a:extLst>
          </p:cNvPr>
          <p:cNvGrpSpPr/>
          <p:nvPr/>
        </p:nvGrpSpPr>
        <p:grpSpPr>
          <a:xfrm>
            <a:off x="7003915" y="3743304"/>
            <a:ext cx="1176734" cy="156913"/>
            <a:chOff x="7003915" y="3743304"/>
            <a:chExt cx="1176734" cy="156913"/>
          </a:xfrm>
          <a:solidFill>
            <a:schemeClr val="accent1"/>
          </a:solidFill>
        </p:grpSpPr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E41211BC-2494-D67C-C650-B19CD2435906}"/>
                </a:ext>
              </a:extLst>
            </p:cNvPr>
            <p:cNvSpPr/>
            <p:nvPr/>
          </p:nvSpPr>
          <p:spPr>
            <a:xfrm rot="5400000">
              <a:off x="7438658" y="3308561"/>
              <a:ext cx="156913" cy="1026400"/>
            </a:xfrm>
            <a:prstGeom prst="downArrow">
              <a:avLst>
                <a:gd name="adj1" fmla="val 23684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41D2A906-44C0-3293-BE58-5DF2DB3738E1}"/>
                </a:ext>
              </a:extLst>
            </p:cNvPr>
            <p:cNvSpPr/>
            <p:nvPr/>
          </p:nvSpPr>
          <p:spPr>
            <a:xfrm rot="16200000">
              <a:off x="7588992" y="3308561"/>
              <a:ext cx="156913" cy="1026400"/>
            </a:xfrm>
            <a:prstGeom prst="downArrow">
              <a:avLst>
                <a:gd name="adj1" fmla="val 23684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FE2815B-AAB6-E047-5B7A-C31ED6ED5AA3}"/>
              </a:ext>
            </a:extLst>
          </p:cNvPr>
          <p:cNvSpPr txBox="1">
            <a:spLocks/>
          </p:cNvSpPr>
          <p:nvPr/>
        </p:nvSpPr>
        <p:spPr>
          <a:xfrm>
            <a:off x="419099" y="607612"/>
            <a:ext cx="2979421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>
                <a:latin typeface="Helvetica" panose="020B0604020202020204" pitchFamily="34" charset="0"/>
                <a:cs typeface="Helvetica" panose="020B0604020202020204" pitchFamily="34" charset="0"/>
              </a:rPr>
              <a:t>All species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259F3AE-C059-ABFC-C95F-6636864F7B2B}"/>
              </a:ext>
            </a:extLst>
          </p:cNvPr>
          <p:cNvSpPr txBox="1">
            <a:spLocks/>
          </p:cNvSpPr>
          <p:nvPr/>
        </p:nvSpPr>
        <p:spPr>
          <a:xfrm>
            <a:off x="7357456" y="522940"/>
            <a:ext cx="4170601" cy="10562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Adding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6DB1578-7C91-541D-DBF9-D674D9B00F4C}"/>
              </a:ext>
            </a:extLst>
          </p:cNvPr>
          <p:cNvSpPr/>
          <p:nvPr/>
        </p:nvSpPr>
        <p:spPr>
          <a:xfrm rot="16200000">
            <a:off x="1886345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Marcador de contenido 2">
            <a:extLst>
              <a:ext uri="{FF2B5EF4-FFF2-40B4-BE49-F238E27FC236}">
                <a16:creationId xmlns:a16="http://schemas.microsoft.com/office/drawing/2014/main" id="{80789A0C-AEF6-0D6E-A44C-3188C509CB60}"/>
              </a:ext>
            </a:extLst>
          </p:cNvPr>
          <p:cNvSpPr txBox="1">
            <a:spLocks/>
          </p:cNvSpPr>
          <p:nvPr/>
        </p:nvSpPr>
        <p:spPr>
          <a:xfrm>
            <a:off x="1425546" y="186587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-0.196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B79D1690-5DE9-821D-3B7F-4BE516398750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Marcador de contenido 2">
            <a:extLst>
              <a:ext uri="{FF2B5EF4-FFF2-40B4-BE49-F238E27FC236}">
                <a16:creationId xmlns:a16="http://schemas.microsoft.com/office/drawing/2014/main" id="{F949EF13-3417-1DFA-36E6-56856C681B63}"/>
              </a:ext>
            </a:extLst>
          </p:cNvPr>
          <p:cNvSpPr txBox="1">
            <a:spLocks/>
          </p:cNvSpPr>
          <p:nvPr/>
        </p:nvSpPr>
        <p:spPr>
          <a:xfrm>
            <a:off x="3932164" y="186587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0.807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Marcador de contenido 2">
            <a:extLst>
              <a:ext uri="{FF2B5EF4-FFF2-40B4-BE49-F238E27FC236}">
                <a16:creationId xmlns:a16="http://schemas.microsoft.com/office/drawing/2014/main" id="{B6A9CB0B-2C14-FE47-3D5B-38BC4EBC0F06}"/>
              </a:ext>
            </a:extLst>
          </p:cNvPr>
          <p:cNvSpPr txBox="1">
            <a:spLocks/>
          </p:cNvSpPr>
          <p:nvPr/>
        </p:nvSpPr>
        <p:spPr>
          <a:xfrm>
            <a:off x="3556618" y="2759666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-0.432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Marcador de contenido 2">
            <a:extLst>
              <a:ext uri="{FF2B5EF4-FFF2-40B4-BE49-F238E27FC236}">
                <a16:creationId xmlns:a16="http://schemas.microsoft.com/office/drawing/2014/main" id="{261B33AA-3732-C169-E8EB-E575B88CE86B}"/>
              </a:ext>
            </a:extLst>
          </p:cNvPr>
          <p:cNvSpPr txBox="1">
            <a:spLocks/>
          </p:cNvSpPr>
          <p:nvPr/>
        </p:nvSpPr>
        <p:spPr>
          <a:xfrm>
            <a:off x="1987356" y="274613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-0.137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CE07249A-0093-CB6A-39F6-602D85919DEB}"/>
              </a:ext>
            </a:extLst>
          </p:cNvPr>
          <p:cNvSpPr txBox="1">
            <a:spLocks/>
          </p:cNvSpPr>
          <p:nvPr/>
        </p:nvSpPr>
        <p:spPr>
          <a:xfrm>
            <a:off x="9671652" y="193435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0.224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Marcador de contenido 2">
            <a:extLst>
              <a:ext uri="{FF2B5EF4-FFF2-40B4-BE49-F238E27FC236}">
                <a16:creationId xmlns:a16="http://schemas.microsoft.com/office/drawing/2014/main" id="{717FB9A0-DB02-BFC1-166C-97522F87EEB5}"/>
              </a:ext>
            </a:extLst>
          </p:cNvPr>
          <p:cNvSpPr txBox="1">
            <a:spLocks/>
          </p:cNvSpPr>
          <p:nvPr/>
        </p:nvSpPr>
        <p:spPr>
          <a:xfrm>
            <a:off x="7178258" y="258406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-0.406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Marcador de contenido 2">
            <a:extLst>
              <a:ext uri="{FF2B5EF4-FFF2-40B4-BE49-F238E27FC236}">
                <a16:creationId xmlns:a16="http://schemas.microsoft.com/office/drawing/2014/main" id="{E6EE9DE1-BE4C-5490-13D2-E03B8A38D832}"/>
              </a:ext>
            </a:extLst>
          </p:cNvPr>
          <p:cNvSpPr txBox="1">
            <a:spLocks/>
          </p:cNvSpPr>
          <p:nvPr/>
        </p:nvSpPr>
        <p:spPr>
          <a:xfrm>
            <a:off x="9661895" y="2572152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-0.498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Marcador de contenido 2">
            <a:extLst>
              <a:ext uri="{FF2B5EF4-FFF2-40B4-BE49-F238E27FC236}">
                <a16:creationId xmlns:a16="http://schemas.microsoft.com/office/drawing/2014/main" id="{33DB7F27-4B2B-4870-1CD0-A31F270089E8}"/>
              </a:ext>
            </a:extLst>
          </p:cNvPr>
          <p:cNvSpPr txBox="1">
            <a:spLocks/>
          </p:cNvSpPr>
          <p:nvPr/>
        </p:nvSpPr>
        <p:spPr>
          <a:xfrm>
            <a:off x="8342418" y="299174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Marcador de contenido 2">
            <a:extLst>
              <a:ext uri="{FF2B5EF4-FFF2-40B4-BE49-F238E27FC236}">
                <a16:creationId xmlns:a16="http://schemas.microsoft.com/office/drawing/2014/main" id="{5BA9A158-F23F-81EF-3F07-9FDA223A532F}"/>
              </a:ext>
            </a:extLst>
          </p:cNvPr>
          <p:cNvSpPr txBox="1">
            <a:spLocks/>
          </p:cNvSpPr>
          <p:nvPr/>
        </p:nvSpPr>
        <p:spPr>
          <a:xfrm>
            <a:off x="6997555" y="3454163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0.234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22174-642F-1EF2-9C4A-776A52AC73C6}"/>
              </a:ext>
            </a:extLst>
          </p:cNvPr>
          <p:cNvSpPr txBox="1">
            <a:spLocks/>
          </p:cNvSpPr>
          <p:nvPr/>
        </p:nvSpPr>
        <p:spPr>
          <a:xfrm>
            <a:off x="1686560" y="5467023"/>
            <a:ext cx="10534125" cy="10562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Within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sites, d13C and d18O are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coupled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8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948D-8086-5E21-129D-47171F59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20">
            <a:extLst>
              <a:ext uri="{FF2B5EF4-FFF2-40B4-BE49-F238E27FC236}">
                <a16:creationId xmlns:a16="http://schemas.microsoft.com/office/drawing/2014/main" id="{D1AD4EE3-51B9-50DC-3F10-B4E5849BC238}"/>
              </a:ext>
            </a:extLst>
          </p:cNvPr>
          <p:cNvGrpSpPr/>
          <p:nvPr/>
        </p:nvGrpSpPr>
        <p:grpSpPr>
          <a:xfrm>
            <a:off x="9004764" y="392631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32B659C8-BC5C-D39A-AA27-D62DF985C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B27A2CC0-ACB2-B35D-F790-C9E1F0239F1A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E7D50CBA-E149-6D44-21CF-8DD5E3AF3947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D378C233-A9EF-0CE0-30E9-E83F3B5E6050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3A130D5-2D42-1F45-9378-7B9662E386BA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AFCEBDA3-B7E4-E576-41EC-CE2532BF9156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76AFDAFC-BF55-C75C-5F8E-8D0BCA8143DD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4FAA4442-2F27-31DA-9595-97651617C77E}"/>
              </a:ext>
            </a:extLst>
          </p:cNvPr>
          <p:cNvSpPr/>
          <p:nvPr/>
        </p:nvSpPr>
        <p:spPr>
          <a:xfrm rot="16200000">
            <a:off x="1886345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214158D-D2DD-9738-12E2-64D888E9A247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0CD60F1-D7B6-6852-4145-406162360CE5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65026D58-0CB9-4D29-EBBC-4130328AC197}"/>
              </a:ext>
            </a:extLst>
          </p:cNvPr>
          <p:cNvSpPr/>
          <p:nvPr/>
        </p:nvSpPr>
        <p:spPr>
          <a:xfrm rot="18603101">
            <a:off x="1854020" y="2204295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38D7D66A-8D57-668A-E5EF-43B50867A8E3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94948B4F-5056-5726-1560-D53D9B01AB5C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71CBED02-449A-4FEF-90C0-C88DA47409D9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D1200F07-2A5A-53CB-5519-43E4A4564733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E062F95B-0E3C-762C-21DD-29242F674A19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A56E9893-C0FE-245D-DF03-BD507B8347C8}"/>
              </a:ext>
            </a:extLst>
          </p:cNvPr>
          <p:cNvSpPr/>
          <p:nvPr/>
        </p:nvSpPr>
        <p:spPr>
          <a:xfrm rot="16200000">
            <a:off x="7639057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607D52F9-882D-7AB0-7A28-D6B9CA2D828C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8C32574E-06A5-992E-F7D1-21247FB7383B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9D077001-95F5-D742-2553-DAE8D370AE6E}"/>
              </a:ext>
            </a:extLst>
          </p:cNvPr>
          <p:cNvSpPr/>
          <p:nvPr/>
        </p:nvSpPr>
        <p:spPr>
          <a:xfrm rot="18603101">
            <a:off x="7606732" y="2282751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281A1546-BCB1-53A5-1480-DEA7C79ED275}"/>
              </a:ext>
            </a:extLst>
          </p:cNvPr>
          <p:cNvSpPr/>
          <p:nvPr/>
        </p:nvSpPr>
        <p:spPr>
          <a:xfrm rot="19571089">
            <a:off x="7323487" y="2503597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2B58A969-806A-2250-824E-AEA22BBE343D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0B694654-8D10-192F-1C3D-CADF6D181982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ABFECC-3F20-7AAB-3370-8768B8350D9D}"/>
              </a:ext>
            </a:extLst>
          </p:cNvPr>
          <p:cNvGrpSpPr/>
          <p:nvPr/>
        </p:nvGrpSpPr>
        <p:grpSpPr>
          <a:xfrm>
            <a:off x="8794552" y="4058897"/>
            <a:ext cx="156914" cy="745615"/>
            <a:chOff x="3177331" y="4058897"/>
            <a:chExt cx="156914" cy="745615"/>
          </a:xfrm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D6F854D6-2ACD-C625-3507-A86E35252AAD}"/>
                </a:ext>
              </a:extLst>
            </p:cNvPr>
            <p:cNvSpPr/>
            <p:nvPr/>
          </p:nvSpPr>
          <p:spPr>
            <a:xfrm>
              <a:off x="3177331" y="4136290"/>
              <a:ext cx="156913" cy="6682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Arrow: Down 5">
              <a:extLst>
                <a:ext uri="{FF2B5EF4-FFF2-40B4-BE49-F238E27FC236}">
                  <a16:creationId xmlns:a16="http://schemas.microsoft.com/office/drawing/2014/main" id="{1DFD30ED-BD26-C652-38D4-8001EA342B8A}"/>
                </a:ext>
              </a:extLst>
            </p:cNvPr>
            <p:cNvSpPr/>
            <p:nvPr/>
          </p:nvSpPr>
          <p:spPr>
            <a:xfrm rot="10800000">
              <a:off x="3177332" y="4058897"/>
              <a:ext cx="156913" cy="6682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" name="Arrow: Down 9">
            <a:extLst>
              <a:ext uri="{FF2B5EF4-FFF2-40B4-BE49-F238E27FC236}">
                <a16:creationId xmlns:a16="http://schemas.microsoft.com/office/drawing/2014/main" id="{B5EB21DD-3A24-163E-C2B4-D5A0FF7C072E}"/>
              </a:ext>
            </a:extLst>
          </p:cNvPr>
          <p:cNvSpPr/>
          <p:nvPr/>
        </p:nvSpPr>
        <p:spPr>
          <a:xfrm>
            <a:off x="8799822" y="267818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14B2A3F-BF8F-9BB3-3E61-E92740596CD1}"/>
              </a:ext>
            </a:extLst>
          </p:cNvPr>
          <p:cNvSpPr/>
          <p:nvPr/>
        </p:nvSpPr>
        <p:spPr>
          <a:xfrm>
            <a:off x="3021147" y="268103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7443DE-E4C5-3372-AC3A-7CD5E34E706A}"/>
              </a:ext>
            </a:extLst>
          </p:cNvPr>
          <p:cNvSpPr txBox="1">
            <a:spLocks/>
          </p:cNvSpPr>
          <p:nvPr/>
        </p:nvSpPr>
        <p:spPr>
          <a:xfrm>
            <a:off x="419099" y="607612"/>
            <a:ext cx="2979421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Adding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d18O…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0BC0EB30-10D3-190B-75B9-0965FFFF10D5}"/>
              </a:ext>
            </a:extLst>
          </p:cNvPr>
          <p:cNvSpPr txBox="1">
            <a:spLocks/>
          </p:cNvSpPr>
          <p:nvPr/>
        </p:nvSpPr>
        <p:spPr>
          <a:xfrm>
            <a:off x="6077416" y="3521137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18O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AF5AB321-C54D-1464-815A-1C252829C180}"/>
              </a:ext>
            </a:extLst>
          </p:cNvPr>
          <p:cNvSpPr txBox="1">
            <a:spLocks/>
          </p:cNvSpPr>
          <p:nvPr/>
        </p:nvSpPr>
        <p:spPr>
          <a:xfrm>
            <a:off x="419099" y="3409193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18O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63111FF-C88B-E5DF-F51C-B0ADC81F649D}"/>
              </a:ext>
            </a:extLst>
          </p:cNvPr>
          <p:cNvSpPr/>
          <p:nvPr/>
        </p:nvSpPr>
        <p:spPr>
          <a:xfrm>
            <a:off x="814066" y="2686228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2C98848-6562-68C7-950A-AC9CC56B2BDE}"/>
              </a:ext>
            </a:extLst>
          </p:cNvPr>
          <p:cNvSpPr/>
          <p:nvPr/>
        </p:nvSpPr>
        <p:spPr>
          <a:xfrm>
            <a:off x="6520498" y="2878941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4A24E3-678D-F595-AEDA-C2C9C675CB49}"/>
              </a:ext>
            </a:extLst>
          </p:cNvPr>
          <p:cNvGrpSpPr/>
          <p:nvPr/>
        </p:nvGrpSpPr>
        <p:grpSpPr>
          <a:xfrm>
            <a:off x="7003915" y="3743304"/>
            <a:ext cx="1176734" cy="156913"/>
            <a:chOff x="7003915" y="3743304"/>
            <a:chExt cx="1176734" cy="156913"/>
          </a:xfrm>
        </p:grpSpPr>
        <p:sp>
          <p:nvSpPr>
            <p:cNvPr id="19" name="Arrow: Down 18">
              <a:extLst>
                <a:ext uri="{FF2B5EF4-FFF2-40B4-BE49-F238E27FC236}">
                  <a16:creationId xmlns:a16="http://schemas.microsoft.com/office/drawing/2014/main" id="{9E52C87C-091E-F157-EF60-98EAA652EF58}"/>
                </a:ext>
              </a:extLst>
            </p:cNvPr>
            <p:cNvSpPr/>
            <p:nvPr/>
          </p:nvSpPr>
          <p:spPr>
            <a:xfrm rot="5400000">
              <a:off x="7438658" y="3308561"/>
              <a:ext cx="156913" cy="1026400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477A6C60-D119-14C6-FF0D-41DC5B97C371}"/>
                </a:ext>
              </a:extLst>
            </p:cNvPr>
            <p:cNvSpPr/>
            <p:nvPr/>
          </p:nvSpPr>
          <p:spPr>
            <a:xfrm rot="16200000">
              <a:off x="7588992" y="3308561"/>
              <a:ext cx="156913" cy="1026400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127D16-8B27-0EA5-760B-DCBABCEA267E}"/>
              </a:ext>
            </a:extLst>
          </p:cNvPr>
          <p:cNvGrpSpPr/>
          <p:nvPr/>
        </p:nvGrpSpPr>
        <p:grpSpPr>
          <a:xfrm>
            <a:off x="1320798" y="3664847"/>
            <a:ext cx="1176734" cy="156913"/>
            <a:chOff x="7003915" y="3743304"/>
            <a:chExt cx="1176734" cy="156913"/>
          </a:xfrm>
        </p:grpSpPr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197DBC63-8E1E-156E-E96C-4773B7155209}"/>
                </a:ext>
              </a:extLst>
            </p:cNvPr>
            <p:cNvSpPr/>
            <p:nvPr/>
          </p:nvSpPr>
          <p:spPr>
            <a:xfrm rot="5400000">
              <a:off x="7438658" y="3308561"/>
              <a:ext cx="156913" cy="1026400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Arrow: Down 27">
              <a:extLst>
                <a:ext uri="{FF2B5EF4-FFF2-40B4-BE49-F238E27FC236}">
                  <a16:creationId xmlns:a16="http://schemas.microsoft.com/office/drawing/2014/main" id="{DE130774-D2AF-4091-1F0D-9C7FF0F6CACC}"/>
                </a:ext>
              </a:extLst>
            </p:cNvPr>
            <p:cNvSpPr/>
            <p:nvPr/>
          </p:nvSpPr>
          <p:spPr>
            <a:xfrm rot="16200000">
              <a:off x="7588992" y="3308561"/>
              <a:ext cx="156913" cy="1026400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2" name="Arrow: Down 31">
            <a:extLst>
              <a:ext uri="{FF2B5EF4-FFF2-40B4-BE49-F238E27FC236}">
                <a16:creationId xmlns:a16="http://schemas.microsoft.com/office/drawing/2014/main" id="{96AEFC82-047F-31ED-1300-2B0B1EE263A1}"/>
              </a:ext>
            </a:extLst>
          </p:cNvPr>
          <p:cNvSpPr/>
          <p:nvPr/>
        </p:nvSpPr>
        <p:spPr>
          <a:xfrm rot="4366373">
            <a:off x="3069150" y="1122038"/>
            <a:ext cx="179103" cy="3792398"/>
          </a:xfrm>
          <a:prstGeom prst="downArrow">
            <a:avLst>
              <a:gd name="adj1" fmla="val 2494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08F5D530-DBFD-C8F5-FA2C-01E991A84287}"/>
              </a:ext>
            </a:extLst>
          </p:cNvPr>
          <p:cNvSpPr/>
          <p:nvPr/>
        </p:nvSpPr>
        <p:spPr>
          <a:xfrm rot="4366373">
            <a:off x="8839136" y="1178683"/>
            <a:ext cx="179103" cy="3792398"/>
          </a:xfrm>
          <a:prstGeom prst="downArrow">
            <a:avLst>
              <a:gd name="adj1" fmla="val 24943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821A1498-EF8F-99B3-6011-1EAAC5036EB5}"/>
              </a:ext>
            </a:extLst>
          </p:cNvPr>
          <p:cNvSpPr/>
          <p:nvPr/>
        </p:nvSpPr>
        <p:spPr>
          <a:xfrm rot="3516103">
            <a:off x="1941996" y="1997308"/>
            <a:ext cx="169453" cy="169161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35A3F7F8-A90A-6AC3-CAFA-99DD6E86C3CF}"/>
              </a:ext>
            </a:extLst>
          </p:cNvPr>
          <p:cNvSpPr/>
          <p:nvPr/>
        </p:nvSpPr>
        <p:spPr>
          <a:xfrm rot="3516103">
            <a:off x="7488906" y="2241600"/>
            <a:ext cx="169453" cy="169161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699A2B2-A106-E7B7-325B-3F8C619872CF}"/>
              </a:ext>
            </a:extLst>
          </p:cNvPr>
          <p:cNvGrpSpPr/>
          <p:nvPr/>
        </p:nvGrpSpPr>
        <p:grpSpPr>
          <a:xfrm rot="18826464">
            <a:off x="7382369" y="3692336"/>
            <a:ext cx="154379" cy="1620008"/>
            <a:chOff x="3177331" y="4058897"/>
            <a:chExt cx="156914" cy="745615"/>
          </a:xfrm>
        </p:grpSpPr>
        <p:sp>
          <p:nvSpPr>
            <p:cNvPr id="38" name="Arrow: Down 37">
              <a:extLst>
                <a:ext uri="{FF2B5EF4-FFF2-40B4-BE49-F238E27FC236}">
                  <a16:creationId xmlns:a16="http://schemas.microsoft.com/office/drawing/2014/main" id="{A334FE2F-6B91-BD75-FA3F-FFEDD8506B5B}"/>
                </a:ext>
              </a:extLst>
            </p:cNvPr>
            <p:cNvSpPr/>
            <p:nvPr/>
          </p:nvSpPr>
          <p:spPr>
            <a:xfrm>
              <a:off x="3177331" y="4136290"/>
              <a:ext cx="156913" cy="6682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Arrow: Down 38">
              <a:extLst>
                <a:ext uri="{FF2B5EF4-FFF2-40B4-BE49-F238E27FC236}">
                  <a16:creationId xmlns:a16="http://schemas.microsoft.com/office/drawing/2014/main" id="{D44E7771-7AF9-3827-124F-57653C842D49}"/>
                </a:ext>
              </a:extLst>
            </p:cNvPr>
            <p:cNvSpPr/>
            <p:nvPr/>
          </p:nvSpPr>
          <p:spPr>
            <a:xfrm rot="10800000">
              <a:off x="3177332" y="4058897"/>
              <a:ext cx="156913" cy="668222"/>
            </a:xfrm>
            <a:prstGeom prst="downArrow">
              <a:avLst>
                <a:gd name="adj1" fmla="val 23684"/>
                <a:gd name="adj2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8B4A20FF-2F12-6F25-95CC-DA32AAFDAAA1}"/>
              </a:ext>
            </a:extLst>
          </p:cNvPr>
          <p:cNvSpPr txBox="1">
            <a:spLocks/>
          </p:cNvSpPr>
          <p:nvPr/>
        </p:nvSpPr>
        <p:spPr>
          <a:xfrm>
            <a:off x="1142591" y="4951258"/>
            <a:ext cx="5170568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Need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try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enough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n (14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paths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, 9 in non-</a:t>
            </a:r>
            <a:r>
              <a:rPr lang="es-ES" sz="2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02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820AC-0D1E-DFD8-6665-2D470BD8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C84039-E098-FCDE-E452-D04A2B47CCF6}"/>
              </a:ext>
            </a:extLst>
          </p:cNvPr>
          <p:cNvSpPr txBox="1">
            <a:spLocks/>
          </p:cNvSpPr>
          <p:nvPr/>
        </p:nvSpPr>
        <p:spPr>
          <a:xfrm>
            <a:off x="1633619" y="1564763"/>
            <a:ext cx="9713254" cy="35267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Tx/>
              <a:buChar char="-"/>
            </a:pP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Adding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covariance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C and O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worsens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positive in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??</a:t>
            </a:r>
          </a:p>
          <a:p>
            <a:pPr marL="457200" indent="-457200">
              <a:buFontTx/>
              <a:buChar char="-"/>
            </a:pP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All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connected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Too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complex</a:t>
            </a: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Replacing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d13C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by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d18O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worsens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model</a:t>
            </a: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457200" indent="-457200">
              <a:buFontTx/>
              <a:buChar char="-"/>
            </a:pP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How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can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add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</a:p>
          <a:p>
            <a:pPr marL="457200" indent="-457200">
              <a:buFontTx/>
              <a:buChar char="-"/>
            </a:pP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6996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790BE-432D-7715-8047-664F915B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7F88-37B0-96FD-2B1F-728EABC287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 err="1">
                <a:latin typeface="Helvetica" panose="020B0604020202020204"/>
                <a:cs typeface="Helvetica" panose="020B0604020202020204"/>
              </a:rPr>
              <a:t>Model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 per 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species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00077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E6CE-E97D-B3EC-A828-F89A9D54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1C16-BC8F-D970-8703-5D25DD046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07612"/>
            <a:ext cx="2276364" cy="1111766"/>
          </a:xfrm>
        </p:spPr>
        <p:txBody>
          <a:bodyPr>
            <a:noAutofit/>
          </a:bodyPr>
          <a:lstStyle/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4B737D19-06C3-F500-F4DA-8E04172ECEEB}"/>
              </a:ext>
            </a:extLst>
          </p:cNvPr>
          <p:cNvGrpSpPr/>
          <p:nvPr/>
        </p:nvGrpSpPr>
        <p:grpSpPr>
          <a:xfrm>
            <a:off x="4315019" y="5212817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E1BE807B-3E81-97B4-9984-FB813092A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963772A9-6996-9479-5312-8F19CFCDAC06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AACA13BF-C0CC-961B-ECF1-06C307AD3C43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C18997DB-AF7F-4D2E-D4B5-CD38F831C504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676778AB-7696-FEE3-1958-FA982F6A6BD9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3D2B1A03-B089-CB32-1E40-7BA909CBC8A1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2C90B09B-CB5F-2CEA-F8B1-3EA2FBA5A071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3E125035-384E-BCBF-2A7F-D1F27551A940}"/>
              </a:ext>
            </a:extLst>
          </p:cNvPr>
          <p:cNvSpPr/>
          <p:nvPr/>
        </p:nvSpPr>
        <p:spPr>
          <a:xfrm rot="18603101">
            <a:off x="1854020" y="2204295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4D639AAA-BA3B-00CA-3E4C-D8F79C0D84A8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7CBBB0FC-5A01-8840-C41F-40BAE2F44431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72328142-0B85-DDBE-E305-079AD1C6652D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DAAD5E74-AB6C-D62C-2C54-0B7EB34B2F74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A2042C8B-A0CC-818D-9283-2E7C3EE0A9DD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12E8C3-4800-8B07-E941-45B53D3FDDC9}"/>
              </a:ext>
            </a:extLst>
          </p:cNvPr>
          <p:cNvSpPr txBox="1">
            <a:spLocks/>
          </p:cNvSpPr>
          <p:nvPr/>
        </p:nvSpPr>
        <p:spPr>
          <a:xfrm>
            <a:off x="4730738" y="3688558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0.843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0.057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DC7EAA0-BBF3-BC74-8738-C52C35D8EF9D}"/>
              </a:ext>
            </a:extLst>
          </p:cNvPr>
          <p:cNvSpPr txBox="1">
            <a:spLocks/>
          </p:cNvSpPr>
          <p:nvPr/>
        </p:nvSpPr>
        <p:spPr>
          <a:xfrm>
            <a:off x="1669063" y="272133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-0.643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FA237D65-751C-BAEF-4636-F6F36F147238}"/>
              </a:ext>
            </a:extLst>
          </p:cNvPr>
          <p:cNvSpPr txBox="1">
            <a:spLocks/>
          </p:cNvSpPr>
          <p:nvPr/>
        </p:nvSpPr>
        <p:spPr>
          <a:xfrm>
            <a:off x="9381164" y="2735607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-0.392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4ED43A01-7940-8616-693A-1C23B03A9EE2}"/>
              </a:ext>
            </a:extLst>
          </p:cNvPr>
          <p:cNvSpPr txBox="1">
            <a:spLocks/>
          </p:cNvSpPr>
          <p:nvPr/>
        </p:nvSpPr>
        <p:spPr>
          <a:xfrm>
            <a:off x="3665887" y="2672086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0.488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061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ACCF-9985-8682-C9DC-309395F1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89EF-C097-BBA6-FE51-29EF7B2EE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607612"/>
            <a:ext cx="2276364" cy="1111766"/>
          </a:xfrm>
        </p:spPr>
        <p:txBody>
          <a:bodyPr>
            <a:noAutofit/>
          </a:bodyPr>
          <a:lstStyle/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1A26E380-BA84-0FE2-8CB0-AF7F05CF03EE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18229C20-D4A0-5535-B2F4-0D1AEF7817C0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E7547287-469D-6A03-B678-CBFAA14F824F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18DD46C-46C6-0F73-7995-B70896086A85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4B53CDAA-0361-8D46-65F9-6A0D951D4674}"/>
              </a:ext>
            </a:extLst>
          </p:cNvPr>
          <p:cNvSpPr/>
          <p:nvPr/>
        </p:nvSpPr>
        <p:spPr>
          <a:xfrm rot="18603101">
            <a:off x="1854020" y="2204295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2B940C92-CBD5-D936-8361-01FEDD8C45BC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BFAABC8D-42B7-A45F-736C-5EC27E86804C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6EB3B1B8-741A-B141-4A20-702D5FCF1B1E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DC4A8A00-4007-F48D-CE40-1F81F6C1B89F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61CA6D14-FE21-9086-88DE-58F6D5F49959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66C7C6C-9827-F808-5603-2F798BA03728}"/>
              </a:ext>
            </a:extLst>
          </p:cNvPr>
          <p:cNvSpPr txBox="1">
            <a:spLocks/>
          </p:cNvSpPr>
          <p:nvPr/>
        </p:nvSpPr>
        <p:spPr>
          <a:xfrm>
            <a:off x="1669063" y="272133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-0.643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1718ED0-65C8-BEB9-AC1C-573E027149F3}"/>
              </a:ext>
            </a:extLst>
          </p:cNvPr>
          <p:cNvSpPr txBox="1">
            <a:spLocks/>
          </p:cNvSpPr>
          <p:nvPr/>
        </p:nvSpPr>
        <p:spPr>
          <a:xfrm>
            <a:off x="9381164" y="2735607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-0.392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40240F8-DCAD-0335-A3FB-C865493E0968}"/>
              </a:ext>
            </a:extLst>
          </p:cNvPr>
          <p:cNvSpPr txBox="1">
            <a:spLocks/>
          </p:cNvSpPr>
          <p:nvPr/>
        </p:nvSpPr>
        <p:spPr>
          <a:xfrm>
            <a:off x="3665887" y="2672086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0.488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41104BC-1D55-9A86-00AE-C227417D0374}"/>
              </a:ext>
            </a:extLst>
          </p:cNvPr>
          <p:cNvSpPr txBox="1">
            <a:spLocks/>
          </p:cNvSpPr>
          <p:nvPr/>
        </p:nvSpPr>
        <p:spPr>
          <a:xfrm>
            <a:off x="671216" y="4201774"/>
            <a:ext cx="9713254" cy="10565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Trying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with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fixed.x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did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not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help</a:t>
            </a: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Removing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defoliation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did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not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help</a:t>
            </a: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6F715E-6E9F-2606-0D65-2AD782D4FF81}"/>
              </a:ext>
            </a:extLst>
          </p:cNvPr>
          <p:cNvSpPr txBox="1">
            <a:spLocks/>
          </p:cNvSpPr>
          <p:nvPr/>
        </p:nvSpPr>
        <p:spPr>
          <a:xfrm>
            <a:off x="671216" y="5486413"/>
            <a:ext cx="5832221" cy="10565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Height-driven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hydraulic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constraints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only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sites</a:t>
            </a:r>
          </a:p>
        </p:txBody>
      </p:sp>
    </p:spTree>
    <p:extLst>
      <p:ext uri="{BB962C8B-B14F-4D97-AF65-F5344CB8AC3E}">
        <p14:creationId xmlns:p14="http://schemas.microsoft.com/office/powerpoint/2010/main" val="241011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4A439-83EA-56BF-B232-EB0129DF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92B8-408F-C247-A12E-E1DEE20C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alba 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(log)</a:t>
            </a:r>
            <a:endParaRPr lang="es-ES" sz="28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BE033990-2918-C2B3-2B29-637A2EB46B51}"/>
              </a:ext>
            </a:extLst>
          </p:cNvPr>
          <p:cNvGrpSpPr/>
          <p:nvPr/>
        </p:nvGrpSpPr>
        <p:grpSpPr>
          <a:xfrm>
            <a:off x="4315019" y="5212817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63C4FDEE-D1D3-2240-3268-62A1675DC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8B2595DC-AFEF-595D-7AE0-37B505EF6582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CA83D934-59D6-DE9B-D2CD-8CA647184C53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E2DB266F-AEA3-03C6-1E71-F526E5DAACCF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Log (</a:t>
            </a: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E91A6D3B-B3F3-15AC-6FF0-6088391DB0A3}"/>
              </a:ext>
            </a:extLst>
          </p:cNvPr>
          <p:cNvSpPr txBox="1">
            <a:spLocks/>
          </p:cNvSpPr>
          <p:nvPr/>
        </p:nvSpPr>
        <p:spPr>
          <a:xfrm>
            <a:off x="322105" y="1934359"/>
            <a:ext cx="1191901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Log(SLA)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1E0D8335-A6E0-4467-5A78-BFA305A8BEB9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D448288D-B8F7-87C8-8E57-37D249286FD0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D82581D-C606-D6AA-0576-BADB8825F312}"/>
              </a:ext>
            </a:extLst>
          </p:cNvPr>
          <p:cNvSpPr/>
          <p:nvPr/>
        </p:nvSpPr>
        <p:spPr>
          <a:xfrm rot="18603101">
            <a:off x="1854020" y="2204295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EE877DED-3AF1-72AC-4D27-C750359AEA09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Log (</a:t>
            </a: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AEED9C66-7772-56B6-6116-A00D146BE675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AFC9EDAB-C271-99CC-5F23-67EE579C0A35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Log(</a:t>
            </a: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)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F13B970B-D56B-FE32-68D2-0BE33BF0EB44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26BAEAAD-879B-AAF6-E325-F8B04BA326AF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2C714-0F5C-2390-7C83-98FB483FB9F8}"/>
              </a:ext>
            </a:extLst>
          </p:cNvPr>
          <p:cNvSpPr txBox="1">
            <a:spLocks/>
          </p:cNvSpPr>
          <p:nvPr/>
        </p:nvSpPr>
        <p:spPr>
          <a:xfrm>
            <a:off x="4730738" y="3688558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0.876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0.256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63753B8-6D16-FBA9-8CF9-1B15AD0157F8}"/>
              </a:ext>
            </a:extLst>
          </p:cNvPr>
          <p:cNvSpPr txBox="1">
            <a:spLocks/>
          </p:cNvSpPr>
          <p:nvPr/>
        </p:nvSpPr>
        <p:spPr>
          <a:xfrm>
            <a:off x="1669063" y="272133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-0.638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C981A82-C275-7F7D-33A9-F2628492F3D7}"/>
              </a:ext>
            </a:extLst>
          </p:cNvPr>
          <p:cNvSpPr txBox="1">
            <a:spLocks/>
          </p:cNvSpPr>
          <p:nvPr/>
        </p:nvSpPr>
        <p:spPr>
          <a:xfrm>
            <a:off x="3510348" y="2721331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0.552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C6FBBBEA-05B8-97C3-384B-2D3E8991A1B5}"/>
              </a:ext>
            </a:extLst>
          </p:cNvPr>
          <p:cNvSpPr txBox="1">
            <a:spLocks/>
          </p:cNvSpPr>
          <p:nvPr/>
        </p:nvSpPr>
        <p:spPr>
          <a:xfrm>
            <a:off x="9360210" y="2839235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-0.317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19FA1DFC-5B5B-B20E-B0C2-27FF1F0C6EF3}"/>
              </a:ext>
            </a:extLst>
          </p:cNvPr>
          <p:cNvSpPr txBox="1">
            <a:spLocks/>
          </p:cNvSpPr>
          <p:nvPr/>
        </p:nvSpPr>
        <p:spPr>
          <a:xfrm>
            <a:off x="10065551" y="3981359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0.319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15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D865-ADB9-CB94-C72B-D9191FB2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20">
            <a:extLst>
              <a:ext uri="{FF2B5EF4-FFF2-40B4-BE49-F238E27FC236}">
                <a16:creationId xmlns:a16="http://schemas.microsoft.com/office/drawing/2014/main" id="{58D5063C-4236-9CE7-4225-98F71577A9C5}"/>
              </a:ext>
            </a:extLst>
          </p:cNvPr>
          <p:cNvGrpSpPr/>
          <p:nvPr/>
        </p:nvGrpSpPr>
        <p:grpSpPr>
          <a:xfrm>
            <a:off x="4315019" y="5212817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FD332944-F2B2-ECA4-E019-D62C71160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E6872E6D-63B3-0F17-1602-839C9BCFD37B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44924D8E-3C5C-177D-B784-48DB29C97992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57296202-2647-74ED-770B-54A7319AEF83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D01BB90A-0556-2C0C-8FFF-7484BF58FFAD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2988CB65-32E6-5DD0-4407-83E3A87DA7BD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69734DB8-FE5E-2ACB-2074-E4B91AEAD404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A6F7ACC-9848-572E-0CE6-194731B5DA16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51C1BC41-2793-349A-8C9D-697518DB5F1A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1823E9F0-DFBB-CCD9-5C6D-936BA2676A1D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C9995CB7-A7D9-DBF1-A359-1376747BB0DE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80D6AC24-A1DF-FDA2-C1D5-0E60B7D3C97B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D9417458-0DE5-0368-B7AB-C2698D0975D9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872C913F-3864-1A91-F361-C30469CCB35B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6172D7C5-DB00-F432-9B55-DDB61FF8F334}"/>
              </a:ext>
            </a:extLst>
          </p:cNvPr>
          <p:cNvSpPr/>
          <p:nvPr/>
        </p:nvSpPr>
        <p:spPr>
          <a:xfrm rot="18603101">
            <a:off x="7606732" y="2282751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421C9F28-78DC-96B1-41A0-70C9DECED155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488B0BF-3993-EBB0-739D-F9A630D34630}"/>
              </a:ext>
            </a:extLst>
          </p:cNvPr>
          <p:cNvSpPr/>
          <p:nvPr/>
        </p:nvSpPr>
        <p:spPr>
          <a:xfrm>
            <a:off x="3021147" y="268103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F6A124-4C73-69F8-A0FA-53230EF52979}"/>
              </a:ext>
            </a:extLst>
          </p:cNvPr>
          <p:cNvSpPr txBox="1">
            <a:spLocks/>
          </p:cNvSpPr>
          <p:nvPr/>
        </p:nvSpPr>
        <p:spPr>
          <a:xfrm>
            <a:off x="419099" y="607612"/>
            <a:ext cx="4696231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8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BBC9A0F-A7B8-C48A-F255-A2FB036A6636}"/>
              </a:ext>
            </a:extLst>
          </p:cNvPr>
          <p:cNvSpPr txBox="1">
            <a:spLocks/>
          </p:cNvSpPr>
          <p:nvPr/>
        </p:nvSpPr>
        <p:spPr>
          <a:xfrm>
            <a:off x="4730738" y="3688558"/>
            <a:ext cx="1985887" cy="12141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CFI:</a:t>
            </a:r>
            <a:r>
              <a:rPr lang="es-ES" sz="2400" dirty="0">
                <a:latin typeface="Helvetica"/>
                <a:ea typeface="HGGothicE"/>
                <a:cs typeface="Helvetica"/>
              </a:rPr>
              <a:t> 0.967</a:t>
            </a:r>
          </a:p>
          <a:p>
            <a:pPr>
              <a:buClr>
                <a:srgbClr val="218317"/>
              </a:buClr>
            </a:pPr>
            <a:r>
              <a:rPr lang="es-ES" sz="2400" b="1" dirty="0">
                <a:latin typeface="Helvetica"/>
                <a:ea typeface="HGGothicE"/>
                <a:cs typeface="Helvetica"/>
              </a:rPr>
              <a:t>TLI</a:t>
            </a:r>
            <a:r>
              <a:rPr lang="es-ES" sz="2400" dirty="0">
                <a:latin typeface="Helvetica"/>
                <a:ea typeface="HGGothicE"/>
                <a:cs typeface="Helvetica"/>
              </a:rPr>
              <a:t>: 0.801</a:t>
            </a:r>
          </a:p>
          <a:p>
            <a:pPr>
              <a:buClr>
                <a:srgbClr val="218317"/>
              </a:buClr>
            </a:pPr>
            <a:endParaRPr lang="es-ES" sz="2400" dirty="0">
              <a:latin typeface="Helvetica" panose="020B0604020202020204" pitchFamily="34" charset="0"/>
              <a:ea typeface="HGGothicE" panose="020B0909000000000000" pitchFamily="49" charset="-128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64712AA4-F77F-F08C-9B40-E41355797194}"/>
              </a:ext>
            </a:extLst>
          </p:cNvPr>
          <p:cNvSpPr txBox="1">
            <a:spLocks/>
          </p:cNvSpPr>
          <p:nvPr/>
        </p:nvSpPr>
        <p:spPr>
          <a:xfrm>
            <a:off x="3932164" y="186587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47E93C96-804E-9BA4-0EB8-D177172F26A0}"/>
              </a:ext>
            </a:extLst>
          </p:cNvPr>
          <p:cNvSpPr txBox="1">
            <a:spLocks/>
          </p:cNvSpPr>
          <p:nvPr/>
        </p:nvSpPr>
        <p:spPr>
          <a:xfrm>
            <a:off x="2109112" y="2780152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-0.274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CDD2F7A-DD95-02B4-FD80-9A9DD298A5E3}"/>
              </a:ext>
            </a:extLst>
          </p:cNvPr>
          <p:cNvSpPr txBox="1">
            <a:spLocks/>
          </p:cNvSpPr>
          <p:nvPr/>
        </p:nvSpPr>
        <p:spPr>
          <a:xfrm>
            <a:off x="3548811" y="2779302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-0.330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1083581A-2D76-F0C1-9641-909A143B6B90}"/>
              </a:ext>
            </a:extLst>
          </p:cNvPr>
          <p:cNvSpPr txBox="1">
            <a:spLocks/>
          </p:cNvSpPr>
          <p:nvPr/>
        </p:nvSpPr>
        <p:spPr>
          <a:xfrm>
            <a:off x="9732905" y="193435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0.352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DF2C45E-606B-C059-AEBE-AC4B6A250BAA}"/>
              </a:ext>
            </a:extLst>
          </p:cNvPr>
          <p:cNvSpPr txBox="1">
            <a:spLocks/>
          </p:cNvSpPr>
          <p:nvPr/>
        </p:nvSpPr>
        <p:spPr>
          <a:xfrm>
            <a:off x="7166967" y="2635202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-0. 561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E0B369C5-1104-DE63-951B-8A7A9B99E7F0}"/>
              </a:ext>
            </a:extLst>
          </p:cNvPr>
          <p:cNvSpPr txBox="1">
            <a:spLocks/>
          </p:cNvSpPr>
          <p:nvPr/>
        </p:nvSpPr>
        <p:spPr>
          <a:xfrm>
            <a:off x="9475455" y="345786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0.380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150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248D-5AEE-1BA3-31E8-64C9A563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02D42633-6C55-56AC-7EEA-501E146B40BD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18825F6F-188F-3E54-56DA-7B1A9AF07205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1254F5A5-7D35-13DD-627B-8E69E3D05C2F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25FABD1E-8BEE-0535-D3F4-EB745AC50160}"/>
              </a:ext>
            </a:extLst>
          </p:cNvPr>
          <p:cNvSpPr/>
          <p:nvPr/>
        </p:nvSpPr>
        <p:spPr>
          <a:xfrm rot="5400000">
            <a:off x="4353683" y="1755269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7809EE5-CB98-7BAC-7860-BF63182C7AA9}"/>
              </a:ext>
            </a:extLst>
          </p:cNvPr>
          <p:cNvSpPr/>
          <p:nvPr/>
        </p:nvSpPr>
        <p:spPr>
          <a:xfrm rot="3165426">
            <a:off x="4228113" y="2170617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88689C7C-DC75-8726-1A05-DC7915DB4577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538D08A0-D67A-081D-C445-5BC7D35BA3BE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4D8C8C1C-6F8B-1EF2-EBB7-5C66A00E2065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86101764-6101-4F48-9309-270A3658B98E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CB1937F8-6F95-A375-AC5F-770009784090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D58FFDBC-D42A-C705-F593-F9F163C926D5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8277D71D-2E92-EF4F-4612-12A689AF9E8C}"/>
              </a:ext>
            </a:extLst>
          </p:cNvPr>
          <p:cNvSpPr/>
          <p:nvPr/>
        </p:nvSpPr>
        <p:spPr>
          <a:xfrm rot="18603101">
            <a:off x="7606732" y="2282751"/>
            <a:ext cx="169453" cy="1834694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9C3D2994-0BEC-90D6-C340-762ADE793B23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1A7F8BF-92B0-2219-EFEC-EEBDF3025D77}"/>
              </a:ext>
            </a:extLst>
          </p:cNvPr>
          <p:cNvSpPr/>
          <p:nvPr/>
        </p:nvSpPr>
        <p:spPr>
          <a:xfrm>
            <a:off x="3021147" y="268103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5C507B-13DE-E5B1-F698-4096E8FD5178}"/>
              </a:ext>
            </a:extLst>
          </p:cNvPr>
          <p:cNvSpPr txBox="1">
            <a:spLocks/>
          </p:cNvSpPr>
          <p:nvPr/>
        </p:nvSpPr>
        <p:spPr>
          <a:xfrm>
            <a:off x="419099" y="607612"/>
            <a:ext cx="4696231" cy="111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800" b="1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263FB99E-FB97-B578-F25E-82F4B46744EA}"/>
              </a:ext>
            </a:extLst>
          </p:cNvPr>
          <p:cNvSpPr txBox="1">
            <a:spLocks/>
          </p:cNvSpPr>
          <p:nvPr/>
        </p:nvSpPr>
        <p:spPr>
          <a:xfrm>
            <a:off x="3932164" y="186587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0.298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38D8AFA0-4189-B67D-06F2-D62B0731F3A3}"/>
              </a:ext>
            </a:extLst>
          </p:cNvPr>
          <p:cNvSpPr txBox="1">
            <a:spLocks/>
          </p:cNvSpPr>
          <p:nvPr/>
        </p:nvSpPr>
        <p:spPr>
          <a:xfrm>
            <a:off x="2109112" y="2780152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-0.274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089E5D79-A119-B914-E05A-0A23F011F994}"/>
              </a:ext>
            </a:extLst>
          </p:cNvPr>
          <p:cNvSpPr txBox="1">
            <a:spLocks/>
          </p:cNvSpPr>
          <p:nvPr/>
        </p:nvSpPr>
        <p:spPr>
          <a:xfrm>
            <a:off x="3548811" y="2779302"/>
            <a:ext cx="1026400" cy="334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-0.330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3D9441ED-C52B-F672-877C-025FECF7ECB0}"/>
              </a:ext>
            </a:extLst>
          </p:cNvPr>
          <p:cNvSpPr txBox="1">
            <a:spLocks/>
          </p:cNvSpPr>
          <p:nvPr/>
        </p:nvSpPr>
        <p:spPr>
          <a:xfrm>
            <a:off x="9732905" y="193435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0.352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27C7FAE7-8A5E-5846-41A5-F457E4CF0A9D}"/>
              </a:ext>
            </a:extLst>
          </p:cNvPr>
          <p:cNvSpPr txBox="1">
            <a:spLocks/>
          </p:cNvSpPr>
          <p:nvPr/>
        </p:nvSpPr>
        <p:spPr>
          <a:xfrm>
            <a:off x="7166967" y="2635202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-0. 561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FE5FCA3E-9CDF-5516-F0B8-283E5E02504B}"/>
              </a:ext>
            </a:extLst>
          </p:cNvPr>
          <p:cNvSpPr txBox="1">
            <a:spLocks/>
          </p:cNvSpPr>
          <p:nvPr/>
        </p:nvSpPr>
        <p:spPr>
          <a:xfrm>
            <a:off x="9475455" y="345786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0.380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8DE337-3795-D875-15BE-6CA947FDE10F}"/>
              </a:ext>
            </a:extLst>
          </p:cNvPr>
          <p:cNvSpPr txBox="1">
            <a:spLocks/>
          </p:cNvSpPr>
          <p:nvPr/>
        </p:nvSpPr>
        <p:spPr>
          <a:xfrm>
            <a:off x="671216" y="4294168"/>
            <a:ext cx="5832221" cy="1720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Taller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defoliated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sites 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but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not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due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d13C?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Strong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coordination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SLA-d13C  conservative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strategies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00905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42955-35D6-1F77-EE72-44850BCF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E5E71-A04B-134A-2A00-61536D75C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pinea</a:t>
            </a:r>
          </a:p>
        </p:txBody>
      </p:sp>
      <p:grpSp>
        <p:nvGrpSpPr>
          <p:cNvPr id="11" name="Grupo 20">
            <a:extLst>
              <a:ext uri="{FF2B5EF4-FFF2-40B4-BE49-F238E27FC236}">
                <a16:creationId xmlns:a16="http://schemas.microsoft.com/office/drawing/2014/main" id="{1852E6DD-6339-45D3-94DF-358B60128F99}"/>
              </a:ext>
            </a:extLst>
          </p:cNvPr>
          <p:cNvGrpSpPr/>
          <p:nvPr/>
        </p:nvGrpSpPr>
        <p:grpSpPr>
          <a:xfrm>
            <a:off x="4315019" y="5212817"/>
            <a:ext cx="3044617" cy="1094038"/>
            <a:chOff x="1139560" y="5095351"/>
            <a:chExt cx="3477754" cy="1250117"/>
          </a:xfrm>
        </p:grpSpPr>
        <p:pic>
          <p:nvPicPr>
            <p:cNvPr id="12" name="Imagen 3">
              <a:extLst>
                <a:ext uri="{FF2B5EF4-FFF2-40B4-BE49-F238E27FC236}">
                  <a16:creationId xmlns:a16="http://schemas.microsoft.com/office/drawing/2014/main" id="{23CF4A77-7AA9-AD20-BAE3-824A3358E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3" name="CuadroTexto 4">
              <a:extLst>
                <a:ext uri="{FF2B5EF4-FFF2-40B4-BE49-F238E27FC236}">
                  <a16:creationId xmlns:a16="http://schemas.microsoft.com/office/drawing/2014/main" id="{0C2EF048-2008-DE24-AAF0-32B63DB42198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>
                  <a:solidFill>
                    <a:srgbClr val="2F5597"/>
                  </a:solidFill>
                </a:rPr>
                <a:t>Non-</a:t>
              </a:r>
              <a:r>
                <a:rPr lang="es-ES" sz="1300" err="1">
                  <a:solidFill>
                    <a:srgbClr val="2F5597"/>
                  </a:solidFill>
                </a:rPr>
                <a:t>declining</a:t>
              </a:r>
              <a:endParaRPr lang="es-ES" sz="1300">
                <a:solidFill>
                  <a:srgbClr val="2F5597"/>
                </a:solidFill>
              </a:endParaRPr>
            </a:p>
          </p:txBody>
        </p:sp>
        <p:sp>
          <p:nvSpPr>
            <p:cNvPr id="15" name="CuadroTexto 17">
              <a:extLst>
                <a:ext uri="{FF2B5EF4-FFF2-40B4-BE49-F238E27FC236}">
                  <a16:creationId xmlns:a16="http://schemas.microsoft.com/office/drawing/2014/main" id="{0BF49B7A-47C6-E17A-5BFD-1D5DC01376E8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err="1">
                  <a:solidFill>
                    <a:srgbClr val="C00000"/>
                  </a:solidFill>
                </a:rPr>
                <a:t>Declining</a:t>
              </a:r>
              <a:endParaRPr lang="es-ES" sz="1300">
                <a:solidFill>
                  <a:srgbClr val="C00000"/>
                </a:solidFill>
              </a:endParaRPr>
            </a:p>
          </p:txBody>
        </p:sp>
      </p:grp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FE555AAC-2A8F-33C4-A34B-A34E663BBE75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84A845A8-F65F-98B9-B1AD-388EE9F08891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0A1C8C61-C4EF-C8EE-A89C-81653C4399DF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EDDCEF9A-6AED-B625-FD56-02FC56D03B91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FEF7C224-7572-3CB3-83DD-F5C676AEC186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09CED875-7826-8939-4A67-3202DB725DC3}"/>
              </a:ext>
            </a:extLst>
          </p:cNvPr>
          <p:cNvSpPr/>
          <p:nvPr/>
        </p:nvSpPr>
        <p:spPr>
          <a:xfrm rot="16200000">
            <a:off x="7639057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B493D1E3-7E39-FE28-7B77-E62CFE1ADF42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DCF46CEB-8C15-9E35-A9A8-8C0CB45A1159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14DE91C7-A4F3-D72A-6795-8DEDCAC977C5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302557A8-9FC6-C22C-6D9A-6E82016FD952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D9EA735-D22D-3DC3-C93B-99977263B38A}"/>
              </a:ext>
            </a:extLst>
          </p:cNvPr>
          <p:cNvSpPr/>
          <p:nvPr/>
        </p:nvSpPr>
        <p:spPr>
          <a:xfrm>
            <a:off x="8799822" y="267818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0EC599-AABF-747E-4AF9-363068235AE2}"/>
              </a:ext>
            </a:extLst>
          </p:cNvPr>
          <p:cNvSpPr txBox="1">
            <a:spLocks/>
          </p:cNvSpPr>
          <p:nvPr/>
        </p:nvSpPr>
        <p:spPr>
          <a:xfrm>
            <a:off x="3413067" y="549505"/>
            <a:ext cx="8359833" cy="13102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Since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SLA  d13C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non-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significant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, I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exclude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from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SEM as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have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very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small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 (23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for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non-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, 54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for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Tx/>
              <a:buChar char="-"/>
            </a:pP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D3439FCA-475A-3F36-FD97-482E1BA56087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208C7F5-7D99-8821-75E6-08BFE267DAD3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2B01ACD-9D21-D7FD-995E-B482348E9602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5121D57-634D-09A7-E3AE-73A0A5537F0C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480EE01-65F4-4279-A0E5-2D90505FEF20}"/>
              </a:ext>
            </a:extLst>
          </p:cNvPr>
          <p:cNvSpPr txBox="1">
            <a:spLocks/>
          </p:cNvSpPr>
          <p:nvPr/>
        </p:nvSpPr>
        <p:spPr>
          <a:xfrm>
            <a:off x="419099" y="5375227"/>
            <a:ext cx="3985883" cy="13102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Nothing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significant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…</a:t>
            </a:r>
          </a:p>
          <a:p>
            <a:pPr marL="457200" indent="-457200">
              <a:buFontTx/>
              <a:buChar char="-"/>
            </a:pP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CDEBC76-6C5B-E494-C2CE-45E756462163}"/>
              </a:ext>
            </a:extLst>
          </p:cNvPr>
          <p:cNvSpPr txBox="1">
            <a:spLocks/>
          </p:cNvSpPr>
          <p:nvPr/>
        </p:nvSpPr>
        <p:spPr>
          <a:xfrm>
            <a:off x="9732905" y="193435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0.360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66EB584-2C75-C3C4-6B23-87182835289C}"/>
              </a:ext>
            </a:extLst>
          </p:cNvPr>
          <p:cNvSpPr txBox="1">
            <a:spLocks/>
          </p:cNvSpPr>
          <p:nvPr/>
        </p:nvSpPr>
        <p:spPr>
          <a:xfrm>
            <a:off x="7204314" y="1934987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-0.267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750E8B9-FB29-B700-D501-40572956AD7E}"/>
              </a:ext>
            </a:extLst>
          </p:cNvPr>
          <p:cNvSpPr txBox="1">
            <a:spLocks/>
          </p:cNvSpPr>
          <p:nvPr/>
        </p:nvSpPr>
        <p:spPr>
          <a:xfrm>
            <a:off x="8706505" y="2821574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-0.357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840C28E7-4F3B-DFE4-D3AD-1EC819118C40}"/>
              </a:ext>
            </a:extLst>
          </p:cNvPr>
          <p:cNvSpPr txBox="1">
            <a:spLocks/>
          </p:cNvSpPr>
          <p:nvPr/>
        </p:nvSpPr>
        <p:spPr>
          <a:xfrm>
            <a:off x="7523648" y="365702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-0.340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0CA85EF3-53D2-0804-3E79-B29A619962F6}"/>
              </a:ext>
            </a:extLst>
          </p:cNvPr>
          <p:cNvSpPr txBox="1">
            <a:spLocks/>
          </p:cNvSpPr>
          <p:nvPr/>
        </p:nvSpPr>
        <p:spPr>
          <a:xfrm>
            <a:off x="9556951" y="277202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0.465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2118B3FC-627C-8877-D63D-6200A1CDB506}"/>
              </a:ext>
            </a:extLst>
          </p:cNvPr>
          <p:cNvSpPr txBox="1">
            <a:spLocks/>
          </p:cNvSpPr>
          <p:nvPr/>
        </p:nvSpPr>
        <p:spPr>
          <a:xfrm>
            <a:off x="9203516" y="404989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0302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675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5227-7E30-3CCB-2AE5-692E9E7C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A394-44C6-A89A-00EF-947F88990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607612"/>
            <a:ext cx="11353801" cy="1111766"/>
          </a:xfrm>
        </p:spPr>
        <p:txBody>
          <a:bodyPr>
            <a:noAutofit/>
          </a:bodyPr>
          <a:lstStyle/>
          <a:p>
            <a:r>
              <a:rPr lang="es-ES" sz="28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8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pinea</a:t>
            </a:r>
          </a:p>
        </p:txBody>
      </p:sp>
      <p:sp>
        <p:nvSpPr>
          <p:cNvPr id="45" name="Marcador de contenido 2">
            <a:extLst>
              <a:ext uri="{FF2B5EF4-FFF2-40B4-BE49-F238E27FC236}">
                <a16:creationId xmlns:a16="http://schemas.microsoft.com/office/drawing/2014/main" id="{70FA96CB-91EE-F219-F914-E28600302CCD}"/>
              </a:ext>
            </a:extLst>
          </p:cNvPr>
          <p:cNvSpPr txBox="1">
            <a:spLocks/>
          </p:cNvSpPr>
          <p:nvPr/>
        </p:nvSpPr>
        <p:spPr>
          <a:xfrm>
            <a:off x="8333810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Marcador de contenido 2">
            <a:extLst>
              <a:ext uri="{FF2B5EF4-FFF2-40B4-BE49-F238E27FC236}">
                <a16:creationId xmlns:a16="http://schemas.microsoft.com/office/drawing/2014/main" id="{4C13240C-FE9A-D10C-3891-722197E65873}"/>
              </a:ext>
            </a:extLst>
          </p:cNvPr>
          <p:cNvSpPr txBox="1">
            <a:spLocks/>
          </p:cNvSpPr>
          <p:nvPr/>
        </p:nvSpPr>
        <p:spPr>
          <a:xfrm>
            <a:off x="10592802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4801330B-8A8D-F6F6-C958-9861FAEE00EF}"/>
              </a:ext>
            </a:extLst>
          </p:cNvPr>
          <p:cNvSpPr txBox="1">
            <a:spLocks/>
          </p:cNvSpPr>
          <p:nvPr/>
        </p:nvSpPr>
        <p:spPr>
          <a:xfrm>
            <a:off x="6074818" y="2012815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150F70E3-6172-1FE4-FF89-9C3CC88135C5}"/>
              </a:ext>
            </a:extLst>
          </p:cNvPr>
          <p:cNvSpPr txBox="1">
            <a:spLocks/>
          </p:cNvSpPr>
          <p:nvPr/>
        </p:nvSpPr>
        <p:spPr>
          <a:xfrm>
            <a:off x="8333810" y="3507456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Marcador de contenido 2">
            <a:extLst>
              <a:ext uri="{FF2B5EF4-FFF2-40B4-BE49-F238E27FC236}">
                <a16:creationId xmlns:a16="http://schemas.microsoft.com/office/drawing/2014/main" id="{3D3EF3E3-AA47-C497-FDF0-84FD4A68A4AB}"/>
              </a:ext>
            </a:extLst>
          </p:cNvPr>
          <p:cNvSpPr txBox="1">
            <a:spLocks/>
          </p:cNvSpPr>
          <p:nvPr/>
        </p:nvSpPr>
        <p:spPr>
          <a:xfrm>
            <a:off x="8137068" y="4882968"/>
            <a:ext cx="1419883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Defoliation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DF5683BE-3F56-36C9-306E-573EA44273B5}"/>
              </a:ext>
            </a:extLst>
          </p:cNvPr>
          <p:cNvSpPr/>
          <p:nvPr/>
        </p:nvSpPr>
        <p:spPr>
          <a:xfrm rot="16200000">
            <a:off x="7639057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BD5BC558-710A-F7D2-8E0D-ABB0CBBBF41C}"/>
              </a:ext>
            </a:extLst>
          </p:cNvPr>
          <p:cNvSpPr/>
          <p:nvPr/>
        </p:nvSpPr>
        <p:spPr>
          <a:xfrm rot="5400000">
            <a:off x="10106395" y="1833725"/>
            <a:ext cx="156913" cy="1026400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C8439DD1-81E6-F6A9-5632-1376735BDD39}"/>
              </a:ext>
            </a:extLst>
          </p:cNvPr>
          <p:cNvSpPr/>
          <p:nvPr/>
        </p:nvSpPr>
        <p:spPr>
          <a:xfrm rot="3165426">
            <a:off x="9980825" y="2249073"/>
            <a:ext cx="169453" cy="188729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8FCEF5A1-2CA2-3A32-A1CC-5795F7AADF4F}"/>
              </a:ext>
            </a:extLst>
          </p:cNvPr>
          <p:cNvSpPr/>
          <p:nvPr/>
        </p:nvSpPr>
        <p:spPr>
          <a:xfrm rot="1901442">
            <a:off x="10161379" y="2527585"/>
            <a:ext cx="169453" cy="2655322"/>
          </a:xfrm>
          <a:prstGeom prst="downArrow">
            <a:avLst>
              <a:gd name="adj1" fmla="val 23684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3CD26B1A-97CD-F9CA-54DC-0DD736068E43}"/>
              </a:ext>
            </a:extLst>
          </p:cNvPr>
          <p:cNvSpPr/>
          <p:nvPr/>
        </p:nvSpPr>
        <p:spPr>
          <a:xfrm>
            <a:off x="8393135" y="2681034"/>
            <a:ext cx="156913" cy="2124541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A9C0938-45AF-B0CC-8808-BC59374B0376}"/>
              </a:ext>
            </a:extLst>
          </p:cNvPr>
          <p:cNvSpPr/>
          <p:nvPr/>
        </p:nvSpPr>
        <p:spPr>
          <a:xfrm>
            <a:off x="8799822" y="2678184"/>
            <a:ext cx="156913" cy="668222"/>
          </a:xfrm>
          <a:prstGeom prst="downArrow">
            <a:avLst>
              <a:gd name="adj1" fmla="val 23684"/>
              <a:gd name="adj2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4B9A060-A68D-2BE1-9958-FB66102F08CD}"/>
              </a:ext>
            </a:extLst>
          </p:cNvPr>
          <p:cNvSpPr txBox="1">
            <a:spLocks/>
          </p:cNvSpPr>
          <p:nvPr/>
        </p:nvSpPr>
        <p:spPr>
          <a:xfrm>
            <a:off x="3413067" y="549505"/>
            <a:ext cx="8359833" cy="13102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Since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SLA  d13C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is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non-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significant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, I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exclude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it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from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SEM as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have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very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small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 (23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for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non-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, 54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for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8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8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 marL="457200" indent="-457200">
              <a:buFontTx/>
              <a:buChar char="-"/>
            </a:pPr>
            <a:endParaRPr lang="es-ES" sz="28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B25C18E-0E7D-4AAD-71FD-C9EAE96EA4E5}"/>
              </a:ext>
            </a:extLst>
          </p:cNvPr>
          <p:cNvSpPr txBox="1">
            <a:spLocks/>
          </p:cNvSpPr>
          <p:nvPr/>
        </p:nvSpPr>
        <p:spPr>
          <a:xfrm>
            <a:off x="2581098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BAI80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241E2B99-8B8A-3B5F-8EE1-7B29EF16711A}"/>
              </a:ext>
            </a:extLst>
          </p:cNvPr>
          <p:cNvSpPr txBox="1">
            <a:spLocks/>
          </p:cNvSpPr>
          <p:nvPr/>
        </p:nvSpPr>
        <p:spPr>
          <a:xfrm>
            <a:off x="4840090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 err="1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height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6D0E7F-2710-BDB9-DECC-7CACE9DCBE2C}"/>
              </a:ext>
            </a:extLst>
          </p:cNvPr>
          <p:cNvSpPr txBox="1">
            <a:spLocks/>
          </p:cNvSpPr>
          <p:nvPr/>
        </p:nvSpPr>
        <p:spPr>
          <a:xfrm>
            <a:off x="322106" y="1934359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SLA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4FBC96A-D434-242C-C1ED-E7C1DFF328AB}"/>
              </a:ext>
            </a:extLst>
          </p:cNvPr>
          <p:cNvSpPr txBox="1">
            <a:spLocks/>
          </p:cNvSpPr>
          <p:nvPr/>
        </p:nvSpPr>
        <p:spPr>
          <a:xfrm>
            <a:off x="2581098" y="3429000"/>
            <a:ext cx="1026400" cy="668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l-GR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δ</a:t>
            </a:r>
            <a:r>
              <a:rPr lang="es-ES" sz="1600" b="1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13C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5ED8718-DA3D-73F9-AE4C-8E93DF288C30}"/>
              </a:ext>
            </a:extLst>
          </p:cNvPr>
          <p:cNvSpPr txBox="1">
            <a:spLocks/>
          </p:cNvSpPr>
          <p:nvPr/>
        </p:nvSpPr>
        <p:spPr>
          <a:xfrm>
            <a:off x="9732905" y="193435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0.360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F866DC7-292F-E4DA-5920-45141263DC10}"/>
              </a:ext>
            </a:extLst>
          </p:cNvPr>
          <p:cNvSpPr txBox="1">
            <a:spLocks/>
          </p:cNvSpPr>
          <p:nvPr/>
        </p:nvSpPr>
        <p:spPr>
          <a:xfrm>
            <a:off x="7204314" y="1934987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-0.267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4566BCB-CFC8-C279-0691-30BF43607766}"/>
              </a:ext>
            </a:extLst>
          </p:cNvPr>
          <p:cNvSpPr txBox="1">
            <a:spLocks/>
          </p:cNvSpPr>
          <p:nvPr/>
        </p:nvSpPr>
        <p:spPr>
          <a:xfrm>
            <a:off x="8706505" y="2821574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-0.357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5D9B310C-888B-5808-C1CD-4B640A536B15}"/>
              </a:ext>
            </a:extLst>
          </p:cNvPr>
          <p:cNvSpPr txBox="1">
            <a:spLocks/>
          </p:cNvSpPr>
          <p:nvPr/>
        </p:nvSpPr>
        <p:spPr>
          <a:xfrm>
            <a:off x="7523648" y="3657029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-0.340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921C6456-DBED-98BD-BAB8-A918BD3B5C87}"/>
              </a:ext>
            </a:extLst>
          </p:cNvPr>
          <p:cNvSpPr txBox="1">
            <a:spLocks/>
          </p:cNvSpPr>
          <p:nvPr/>
        </p:nvSpPr>
        <p:spPr>
          <a:xfrm>
            <a:off x="9556951" y="2772020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0.465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F65D5FF6-FFE4-6B6F-2D87-84712DB53886}"/>
              </a:ext>
            </a:extLst>
          </p:cNvPr>
          <p:cNvSpPr txBox="1">
            <a:spLocks/>
          </p:cNvSpPr>
          <p:nvPr/>
        </p:nvSpPr>
        <p:spPr>
          <a:xfrm>
            <a:off x="9203516" y="4049891"/>
            <a:ext cx="1026400" cy="324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400" dirty="0">
                <a:latin typeface="Helvetica" panose="020B0604020202020204" pitchFamily="34" charset="0"/>
                <a:ea typeface="HGGothicE" panose="020B0909000000000000" pitchFamily="49" charset="-128"/>
                <a:cs typeface="Helvetica" panose="020B0604020202020204" pitchFamily="34" charset="0"/>
              </a:rPr>
              <a:t>0302</a:t>
            </a:r>
            <a:endParaRPr lang="es-E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591FB66-D0C5-D921-7E84-83A17B34B09C}"/>
              </a:ext>
            </a:extLst>
          </p:cNvPr>
          <p:cNvSpPr txBox="1">
            <a:spLocks/>
          </p:cNvSpPr>
          <p:nvPr/>
        </p:nvSpPr>
        <p:spPr>
          <a:xfrm>
            <a:off x="671216" y="4294168"/>
            <a:ext cx="5832221" cy="17205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Height-driven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hydraulic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constraints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trees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Trees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grew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more are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less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conservative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defoliated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92801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707</Words>
  <Application>Microsoft Office PowerPoint</Application>
  <PresentationFormat>Widescreen</PresentationFormat>
  <Paragraphs>279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Helvetica</vt:lpstr>
      <vt:lpstr>Office Theme</vt:lpstr>
      <vt:lpstr>SEM RESULTS OUTLINE</vt:lpstr>
      <vt:lpstr>PowerPoint Presentation</vt:lpstr>
      <vt:lpstr>All together (no multigroup)</vt:lpstr>
      <vt:lpstr>Conceptual models</vt:lpstr>
      <vt:lpstr>PowerPoint Presentation</vt:lpstr>
      <vt:lpstr>PowerPoint Presentation</vt:lpstr>
      <vt:lpstr>PowerPoint Presentation</vt:lpstr>
      <vt:lpstr>All species</vt:lpstr>
      <vt:lpstr>PowerPoint Presentation</vt:lpstr>
      <vt:lpstr>PowerPoint Presentation</vt:lpstr>
      <vt:lpstr>PowerPoint Presentation</vt:lpstr>
      <vt:lpstr>Model per species</vt:lpstr>
      <vt:lpstr>Abies alba</vt:lpstr>
      <vt:lpstr>Abies alba</vt:lpstr>
      <vt:lpstr>Abies alba (log)</vt:lpstr>
      <vt:lpstr>PowerPoint Presentation</vt:lpstr>
      <vt:lpstr>PowerPoint Presentation</vt:lpstr>
      <vt:lpstr>Pinus pinea</vt:lpstr>
      <vt:lpstr>Pinus pinea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4</cp:revision>
  <dcterms:created xsi:type="dcterms:W3CDTF">2026-01-22T16:58:12Z</dcterms:created>
  <dcterms:modified xsi:type="dcterms:W3CDTF">2026-01-26T17:15:10Z</dcterms:modified>
</cp:coreProperties>
</file>